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9" r:id="rId2"/>
    <p:sldId id="837" r:id="rId3"/>
    <p:sldId id="922" r:id="rId4"/>
    <p:sldId id="923" r:id="rId5"/>
    <p:sldId id="926" r:id="rId6"/>
    <p:sldId id="920" r:id="rId7"/>
    <p:sldId id="924" r:id="rId8"/>
    <p:sldId id="927" r:id="rId9"/>
    <p:sldId id="919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7" autoAdjust="0"/>
    <p:restoredTop sz="83308" autoAdjust="0"/>
  </p:normalViewPr>
  <p:slideViewPr>
    <p:cSldViewPr snapToGrid="0">
      <p:cViewPr varScale="1">
        <p:scale>
          <a:sx n="82" d="100"/>
          <a:sy n="82" d="100"/>
        </p:scale>
        <p:origin x="55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63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898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52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0046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008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697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065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3645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58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2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6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11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16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23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8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6">
              <a:buSzTx/>
              <a:buFontTx/>
              <a:buNone/>
              <a:defRPr sz="2400" b="1"/>
            </a:lvl2pPr>
            <a:lvl3pPr marL="0" indent="914411">
              <a:buSzTx/>
              <a:buFontTx/>
              <a:buNone/>
              <a:defRPr sz="2400" b="1"/>
            </a:lvl3pPr>
            <a:lvl4pPr marL="0" indent="1371616">
              <a:buSzTx/>
              <a:buFontTx/>
              <a:buNone/>
              <a:defRPr sz="2400" b="1"/>
            </a:lvl4pPr>
            <a:lvl5pPr marL="0" indent="1828823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1" y="1681163"/>
            <a:ext cx="5183189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66" indent="-261261">
              <a:defRPr sz="3200"/>
            </a:lvl2pPr>
            <a:lvl3pPr marL="1219216" indent="-304805">
              <a:defRPr sz="3200"/>
            </a:lvl3pPr>
            <a:lvl4pPr marL="1737383" indent="-365766">
              <a:defRPr sz="3200"/>
            </a:lvl4pPr>
            <a:lvl5pPr marL="2194589" indent="-365766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6">
              <a:buSzTx/>
              <a:buFontTx/>
              <a:buNone/>
              <a:defRPr sz="1600"/>
            </a:lvl2pPr>
            <a:lvl3pPr marL="0" indent="914411">
              <a:buSzTx/>
              <a:buFontTx/>
              <a:buNone/>
              <a:defRPr sz="1600"/>
            </a:lvl3pPr>
            <a:lvl4pPr marL="0" indent="1371616">
              <a:buSzTx/>
              <a:buFontTx/>
              <a:buNone/>
              <a:defRPr sz="1600"/>
            </a:lvl4pPr>
            <a:lvl5pPr marL="0" indent="1828823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traight Connector 6"/>
          <p:cNvSpPr/>
          <p:nvPr/>
        </p:nvSpPr>
        <p:spPr>
          <a:xfrm flipH="1" flipV="1">
            <a:off x="11366378" y="6459014"/>
            <a:ext cx="3" cy="159415"/>
          </a:xfrm>
          <a:prstGeom prst="line">
            <a:avLst/>
          </a:prstGeom>
          <a:ln w="190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7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</p:sldLayoutIdLst>
  <p:transition spd="med"/>
  <p:txStyles>
    <p:titleStyle>
      <a:lvl1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3" marR="0" indent="-228603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9" marR="0" indent="-266704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56" marR="0" indent="-320045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23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29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34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40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46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51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BRF+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BRF+  - Introduction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BRF+ stands for Business Rule Framework Plus.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provides a user interface for defining business rules.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enables us to define business rules without the need of writing ABAP code.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BRF+ is not new and not even directly related to S/4 HANA. It is available from SAP ECC(ERP) 6.0 onwards.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 part of SAP NetWeaver itself. So all SAP applications that are based on SAP Netweaver can access BRF+</a:t>
            </a:r>
          </a:p>
        </p:txBody>
      </p:sp>
    </p:spTree>
    <p:extLst>
      <p:ext uri="{BB962C8B-B14F-4D97-AF65-F5344CB8AC3E}">
        <p14:creationId xmlns:p14="http://schemas.microsoft.com/office/powerpoint/2010/main" val="242441063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BRF+  - Introduction(Contd.)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t-code used is BRF+ or BRFplus.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 : In BRF+ terminology, the input is called as context and the output is called as result.</a:t>
            </a:r>
          </a:p>
        </p:txBody>
      </p:sp>
    </p:spTree>
    <p:extLst>
      <p:ext uri="{BB962C8B-B14F-4D97-AF65-F5344CB8AC3E}">
        <p14:creationId xmlns:p14="http://schemas.microsoft.com/office/powerpoint/2010/main" val="354069786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Benefits of BRF+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BRF+ avoids hardcoding of the values which was a traditional approach followed by the developers.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BRF+ avoids creation of custom table &amp; maintenance of custom table.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BRF+ allows us to model rules in an effective way and to reuse these rules in different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00312084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Main Components of BRF+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main components of BRF+ are as follows: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Objects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Ruleset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170670277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Main Components of BRF+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- It is container for all the objects related to BRF+ like data objects, functions, ruleset, rules etc.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Objects - Data objects are the variables .These variables are used to pass the input to the BRF+ to process and to generate the output/result.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Functions - Functions are the core component, where the actual processing of the functionality gets executed. They are the entry points of BRF</a:t>
            </a:r>
            <a:r>
              <a:rPr lang="en-US" altLang="en-US" sz="240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from SAP.</a:t>
            </a: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866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Main Components of BRF+(Contd.)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Ruleset - Inside the functions we have a ruleset, which is a container for all set of rules.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Rules - Rules are assigned to ruleset.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 point  : Rules are assigned to ruleset and ruleset in assigned to functions and the functions are tagged to a application.</a:t>
            </a:r>
          </a:p>
        </p:txBody>
      </p:sp>
    </p:spTree>
    <p:extLst>
      <p:ext uri="{BB962C8B-B14F-4D97-AF65-F5344CB8AC3E}">
        <p14:creationId xmlns:p14="http://schemas.microsoft.com/office/powerpoint/2010/main" val="387888951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Features of BRF+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Ruleset - Inside the functions we have a ruleset, which is a container for all set of rules.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Rules - Rules are assigned to ruleset.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Wingdings" panose="05000000000000000000" pitchFamily="2" charset="2"/>
              <a:buChar char="Ø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 point  : Rules are assigned to ruleset and ruleset in assigned to functions and the functions are tagged to a application.</a:t>
            </a:r>
          </a:p>
        </p:txBody>
      </p:sp>
    </p:spTree>
    <p:extLst>
      <p:ext uri="{BB962C8B-B14F-4D97-AF65-F5344CB8AC3E}">
        <p14:creationId xmlns:p14="http://schemas.microsoft.com/office/powerpoint/2010/main" val="337213768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37525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Office Theme">
    <a:dk1>
      <a:srgbClr val="000000"/>
    </a:dk1>
    <a:lt1>
      <a:srgbClr val="FFFFFF"/>
    </a:lt1>
    <a:dk2>
      <a:srgbClr val="A7A7A7"/>
    </a:dk2>
    <a:lt2>
      <a:srgbClr val="535353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000FF"/>
    </a:hlink>
    <a:folHlink>
      <a:srgbClr val="FF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4267</TotalTime>
  <Words>418</Words>
  <Application>Microsoft Office PowerPoint</Application>
  <PresentationFormat>Widescreen</PresentationFormat>
  <Paragraphs>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Mehta</dc:creator>
  <cp:lastModifiedBy>Rahul Mehta</cp:lastModifiedBy>
  <cp:revision>1923</cp:revision>
  <dcterms:modified xsi:type="dcterms:W3CDTF">2024-04-23T11:35:36Z</dcterms:modified>
</cp:coreProperties>
</file>