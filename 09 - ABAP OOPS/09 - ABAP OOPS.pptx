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heme/themeOverride1.xml" ContentType="application/vnd.openxmlformats-officedocument.themeOverr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heme/themeOverride2.xml" ContentType="application/vnd.openxmlformats-officedocument.themeOverr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9"/>
  </p:notesMasterIdLst>
  <p:sldIdLst>
    <p:sldId id="259" r:id="rId2"/>
    <p:sldId id="837" r:id="rId3"/>
    <p:sldId id="920" r:id="rId4"/>
    <p:sldId id="921" r:id="rId5"/>
    <p:sldId id="964" r:id="rId6"/>
    <p:sldId id="922" r:id="rId7"/>
    <p:sldId id="963" r:id="rId8"/>
    <p:sldId id="965" r:id="rId9"/>
    <p:sldId id="923" r:id="rId10"/>
    <p:sldId id="924" r:id="rId11"/>
    <p:sldId id="966" r:id="rId12"/>
    <p:sldId id="925" r:id="rId13"/>
    <p:sldId id="926" r:id="rId14"/>
    <p:sldId id="960" r:id="rId15"/>
    <p:sldId id="938" r:id="rId16"/>
    <p:sldId id="969" r:id="rId17"/>
    <p:sldId id="973" r:id="rId18"/>
    <p:sldId id="974" r:id="rId19"/>
    <p:sldId id="970" r:id="rId20"/>
    <p:sldId id="940" r:id="rId21"/>
    <p:sldId id="967" r:id="rId22"/>
    <p:sldId id="941" r:id="rId23"/>
    <p:sldId id="928" r:id="rId24"/>
    <p:sldId id="929" r:id="rId25"/>
    <p:sldId id="930" r:id="rId26"/>
    <p:sldId id="931" r:id="rId27"/>
    <p:sldId id="932" r:id="rId28"/>
    <p:sldId id="942" r:id="rId29"/>
    <p:sldId id="933" r:id="rId30"/>
    <p:sldId id="934" r:id="rId31"/>
    <p:sldId id="935" r:id="rId32"/>
    <p:sldId id="943" r:id="rId33"/>
    <p:sldId id="936" r:id="rId34"/>
    <p:sldId id="937" r:id="rId35"/>
    <p:sldId id="944" r:id="rId36"/>
    <p:sldId id="945" r:id="rId37"/>
    <p:sldId id="946" r:id="rId38"/>
    <p:sldId id="947" r:id="rId39"/>
    <p:sldId id="948" r:id="rId40"/>
    <p:sldId id="949" r:id="rId41"/>
    <p:sldId id="950" r:id="rId42"/>
    <p:sldId id="951" r:id="rId43"/>
    <p:sldId id="952" r:id="rId44"/>
    <p:sldId id="953" r:id="rId45"/>
    <p:sldId id="954" r:id="rId46"/>
    <p:sldId id="955" r:id="rId47"/>
    <p:sldId id="956" r:id="rId48"/>
    <p:sldId id="961" r:id="rId49"/>
    <p:sldId id="957" r:id="rId50"/>
    <p:sldId id="975" r:id="rId51"/>
    <p:sldId id="976" r:id="rId52"/>
    <p:sldId id="958" r:id="rId53"/>
    <p:sldId id="959" r:id="rId54"/>
    <p:sldId id="982" r:id="rId55"/>
    <p:sldId id="983" r:id="rId56"/>
    <p:sldId id="990" r:id="rId57"/>
    <p:sldId id="996" r:id="rId58"/>
    <p:sldId id="991" r:id="rId59"/>
    <p:sldId id="992" r:id="rId60"/>
    <p:sldId id="997" r:id="rId61"/>
    <p:sldId id="998" r:id="rId62"/>
    <p:sldId id="981" r:id="rId63"/>
    <p:sldId id="977" r:id="rId64"/>
    <p:sldId id="979" r:id="rId65"/>
    <p:sldId id="978" r:id="rId66"/>
    <p:sldId id="980" r:id="rId67"/>
    <p:sldId id="919" r:id="rId68"/>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37" autoAdjust="0"/>
    <p:restoredTop sz="83308" autoAdjust="0"/>
  </p:normalViewPr>
  <p:slideViewPr>
    <p:cSldViewPr snapToGrid="0">
      <p:cViewPr varScale="1">
        <p:scale>
          <a:sx n="81" d="100"/>
          <a:sy n="81" d="100"/>
        </p:scale>
        <p:origin x="59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 name="Shape 92"/>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93" name="Shape 93"/>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66314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31898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590758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3729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814296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2506142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01260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583424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494529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417827771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78794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3160915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031837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757875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7998610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55972223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214420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327108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786012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755055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6604260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7306639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670737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146498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6575451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849828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9648753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2860737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694465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6099655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22809028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532193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5987320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6676284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1661350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8277755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6254488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88866264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43864571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0828775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3276598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9726993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24017708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9910940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49587036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019902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2351579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875067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5254054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7DA57-5340-FBF9-0F40-780C54AB09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1A5C2A-D90D-5D3A-762B-17BD6E72EE4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2A27459-521C-48C3-481E-CA32D5ACC4C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5654585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F4298C-F3F0-69DD-6AF0-966EC3AE41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44162C-B7AF-7FAC-86F3-34C3D571A93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1DC8937-D8C0-6F00-5181-8C360E927A3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95296826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034633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708270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B3E23-B4BD-FCCD-6105-3E2E84DAA8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46FD9E-4EB6-613D-5CB1-33C346FF8E6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29E01E1-7928-D60C-A901-74998D9C7EC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8552520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B4E29-6017-48F6-190C-CD56DA165C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A2888-59B8-CC30-EED7-043F31DBE10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B3416BC-BD66-AEF5-36F2-1DE87948D21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73447077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AC7838-FF5B-AF45-8D0C-98E871CF0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0279A7-D2E3-D0F7-35D0-6356B19303D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7C3F632-C1D4-F835-347B-EF73190D8FE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3178167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1ADA4-AC25-A977-C883-E277A601B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65883-B363-E4AC-985C-A712489E04C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780B928-58DD-85B2-FA45-2B0921F7C30C}"/>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1566537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BDF64-13CF-595E-BAAC-69398671E9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43FE2C-3843-F487-0F61-4D9378C6FA1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39C6D46-F66B-D64A-F3FE-4D49327F4657}"/>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84146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55AC4-FDC1-4699-271A-99B83CF4EA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635BC0-425E-3F58-24A5-38EC6C007A2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2FE563F-0A75-8C6A-726A-FDB94BAEF296}"/>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10810600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9CE77-C9D7-56B0-CFFF-A74DB0CE92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E8E9F5-C136-868D-C581-1E3F8542B83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6CC017D-0FCC-B84E-A4E4-E457567B2873}"/>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005336389"/>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DB75F-449E-43AC-33B5-F6C5A6627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E6ECB4-BA2C-D1DC-ADCE-A9010D0528E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5640905-7D5B-5582-75E3-81C4FF3314FA}"/>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0905496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78250876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102709047"/>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32109481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13144398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81188374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975866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21" name="Title Text"/>
          <p:cNvSpPr txBox="1">
            <a:spLocks noGrp="1"/>
          </p:cNvSpPr>
          <p:nvPr>
            <p:ph type="title"/>
          </p:nvPr>
        </p:nvSpPr>
        <p:spPr>
          <a:prstGeom prst="rect">
            <a:avLst/>
          </a:prstGeom>
        </p:spPr>
        <p:txBody>
          <a:bodyPr/>
          <a:lstStyle/>
          <a:p>
            <a:r>
              <a:t>Title Text</a:t>
            </a:r>
          </a:p>
        </p:txBody>
      </p:sp>
      <p:sp>
        <p:nvSpPr>
          <p:cNvPr id="22"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3"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0" name="Title Text"/>
          <p:cNvSpPr txBox="1">
            <a:spLocks noGrp="1"/>
          </p:cNvSpPr>
          <p:nvPr>
            <p:ph type="title"/>
          </p:nvPr>
        </p:nvSpPr>
        <p:spPr>
          <a:xfrm>
            <a:off x="831852" y="1709738"/>
            <a:ext cx="10515601" cy="2852737"/>
          </a:xfrm>
          <a:prstGeom prst="rect">
            <a:avLst/>
          </a:prstGeom>
        </p:spPr>
        <p:txBody>
          <a:bodyPr anchor="b"/>
          <a:lstStyle>
            <a:lvl1pPr>
              <a:defRPr sz="6000"/>
            </a:lvl1pPr>
          </a:lstStyle>
          <a:p>
            <a:r>
              <a:t>Title Text</a:t>
            </a:r>
          </a:p>
        </p:txBody>
      </p:sp>
      <p:sp>
        <p:nvSpPr>
          <p:cNvPr id="31" name="Body Level One…"/>
          <p:cNvSpPr txBox="1">
            <a:spLocks noGrp="1"/>
          </p:cNvSpPr>
          <p:nvPr>
            <p:ph type="body" sz="quarter" idx="1"/>
          </p:nvPr>
        </p:nvSpPr>
        <p:spPr>
          <a:xfrm>
            <a:off x="831852" y="4589464"/>
            <a:ext cx="10515601" cy="1500188"/>
          </a:xfrm>
          <a:prstGeom prst="rect">
            <a:avLst/>
          </a:prstGeom>
        </p:spPr>
        <p:txBody>
          <a:bodyPr/>
          <a:lstStyle>
            <a:lvl1pPr marL="0" indent="0">
              <a:buSzTx/>
              <a:buFontTx/>
              <a:buNone/>
              <a:defRPr sz="2400">
                <a:solidFill>
                  <a:srgbClr val="888888"/>
                </a:solidFill>
              </a:defRPr>
            </a:lvl1pPr>
            <a:lvl2pPr marL="0" indent="457206">
              <a:buSzTx/>
              <a:buFontTx/>
              <a:buNone/>
              <a:defRPr sz="2400">
                <a:solidFill>
                  <a:srgbClr val="888888"/>
                </a:solidFill>
              </a:defRPr>
            </a:lvl2pPr>
            <a:lvl3pPr marL="0" indent="914411">
              <a:buSzTx/>
              <a:buFontTx/>
              <a:buNone/>
              <a:defRPr sz="2400">
                <a:solidFill>
                  <a:srgbClr val="888888"/>
                </a:solidFill>
              </a:defRPr>
            </a:lvl3pPr>
            <a:lvl4pPr marL="0" indent="1371616">
              <a:buSzTx/>
              <a:buFontTx/>
              <a:buNone/>
              <a:defRPr sz="2400">
                <a:solidFill>
                  <a:srgbClr val="888888"/>
                </a:solidFill>
              </a:defRPr>
            </a:lvl4pPr>
            <a:lvl5pPr marL="0" indent="1828823">
              <a:buSzTx/>
              <a:buFontTx/>
              <a:buNone/>
              <a:defRPr sz="24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2"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39" name="Title Text"/>
          <p:cNvSpPr txBox="1">
            <a:spLocks noGrp="1"/>
          </p:cNvSpPr>
          <p:nvPr>
            <p:ph type="title"/>
          </p:nvPr>
        </p:nvSpPr>
        <p:spPr>
          <a:prstGeom prst="rect">
            <a:avLst/>
          </a:prstGeom>
        </p:spPr>
        <p:txBody>
          <a:bodyPr/>
          <a:lstStyle/>
          <a:p>
            <a:r>
              <a:t>Title Text</a:t>
            </a:r>
          </a:p>
        </p:txBody>
      </p:sp>
      <p:sp>
        <p:nvSpPr>
          <p:cNvPr id="40" name="Body Level One…"/>
          <p:cNvSpPr txBox="1">
            <a:spLocks noGrp="1"/>
          </p:cNvSpPr>
          <p:nvPr>
            <p:ph type="body" sz="half" idx="1"/>
          </p:nvPr>
        </p:nvSpPr>
        <p:spPr>
          <a:xfrm>
            <a:off x="838200" y="1825625"/>
            <a:ext cx="5181601" cy="4351338"/>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4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48" name="Title Text"/>
          <p:cNvSpPr txBox="1">
            <a:spLocks noGrp="1"/>
          </p:cNvSpPr>
          <p:nvPr>
            <p:ph type="title"/>
          </p:nvPr>
        </p:nvSpPr>
        <p:spPr>
          <a:xfrm>
            <a:off x="839788" y="365125"/>
            <a:ext cx="10515601" cy="1325563"/>
          </a:xfrm>
          <a:prstGeom prst="rect">
            <a:avLst/>
          </a:prstGeom>
        </p:spPr>
        <p:txBody>
          <a:bodyPr/>
          <a:lstStyle/>
          <a:p>
            <a:r>
              <a:t>Title Text</a:t>
            </a:r>
          </a:p>
        </p:txBody>
      </p:sp>
      <p:sp>
        <p:nvSpPr>
          <p:cNvPr id="49" name="Body Level One…"/>
          <p:cNvSpPr txBox="1">
            <a:spLocks noGrp="1"/>
          </p:cNvSpPr>
          <p:nvPr>
            <p:ph type="body" sz="quarter" idx="1"/>
          </p:nvPr>
        </p:nvSpPr>
        <p:spPr>
          <a:xfrm>
            <a:off x="839788" y="1681163"/>
            <a:ext cx="5157789" cy="823913"/>
          </a:xfrm>
          <a:prstGeom prst="rect">
            <a:avLst/>
          </a:prstGeom>
        </p:spPr>
        <p:txBody>
          <a:bodyPr anchor="b"/>
          <a:lstStyle>
            <a:lvl1pPr marL="0" indent="0">
              <a:buSzTx/>
              <a:buFontTx/>
              <a:buNone/>
              <a:defRPr sz="2400" b="1"/>
            </a:lvl1pPr>
            <a:lvl2pPr marL="0" indent="457206">
              <a:buSzTx/>
              <a:buFontTx/>
              <a:buNone/>
              <a:defRPr sz="2400" b="1"/>
            </a:lvl2pPr>
            <a:lvl3pPr marL="0" indent="914411">
              <a:buSzTx/>
              <a:buFontTx/>
              <a:buNone/>
              <a:defRPr sz="2400" b="1"/>
            </a:lvl3pPr>
            <a:lvl4pPr marL="0" indent="1371616">
              <a:buSzTx/>
              <a:buFontTx/>
              <a:buNone/>
              <a:defRPr sz="2400" b="1"/>
            </a:lvl4pPr>
            <a:lvl5pPr marL="0" indent="1828823">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50" name="Text Placeholder 4"/>
          <p:cNvSpPr>
            <a:spLocks noGrp="1"/>
          </p:cNvSpPr>
          <p:nvPr>
            <p:ph type="body" sz="quarter" idx="21"/>
          </p:nvPr>
        </p:nvSpPr>
        <p:spPr>
          <a:xfrm>
            <a:off x="6172201" y="1681163"/>
            <a:ext cx="5183189" cy="823913"/>
          </a:xfrm>
          <a:prstGeom prst="rect">
            <a:avLst/>
          </a:prstGeom>
        </p:spPr>
        <p:txBody>
          <a:bodyPr anchor="b"/>
          <a:lstStyle/>
          <a:p>
            <a:pPr marL="0" indent="0">
              <a:buSzTx/>
              <a:buFontTx/>
              <a:buNone/>
              <a:defRPr sz="2400" b="1"/>
            </a:pPr>
            <a:endParaRP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58" name="Title Text"/>
          <p:cNvSpPr txBox="1">
            <a:spLocks noGrp="1"/>
          </p:cNvSpPr>
          <p:nvPr>
            <p:ph type="title"/>
          </p:nvPr>
        </p:nvSpPr>
        <p:spPr>
          <a:prstGeom prst="rect">
            <a:avLst/>
          </a:prstGeom>
        </p:spPr>
        <p:txBody>
          <a:bodyPr/>
          <a:lstStyle/>
          <a:p>
            <a:r>
              <a:t>Title Text</a:t>
            </a:r>
          </a:p>
        </p:txBody>
      </p:sp>
      <p:sp>
        <p:nvSpPr>
          <p:cNvPr id="59"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74" name="Body Level One…"/>
          <p:cNvSpPr txBox="1">
            <a:spLocks noGrp="1"/>
          </p:cNvSpPr>
          <p:nvPr>
            <p:ph type="body" sz="half" idx="1"/>
          </p:nvPr>
        </p:nvSpPr>
        <p:spPr>
          <a:xfrm>
            <a:off x="5183187" y="987425"/>
            <a:ext cx="6172203" cy="4873625"/>
          </a:xfrm>
          <a:prstGeom prst="rect">
            <a:avLst/>
          </a:prstGeom>
        </p:spPr>
        <p:txBody>
          <a:bodyPr/>
          <a:lstStyle>
            <a:lvl1pPr>
              <a:defRPr sz="3200"/>
            </a:lvl1pPr>
            <a:lvl2pPr marL="718466" indent="-261261">
              <a:defRPr sz="3200"/>
            </a:lvl2pPr>
            <a:lvl3pPr marL="1219216" indent="-304805">
              <a:defRPr sz="3200"/>
            </a:lvl3pPr>
            <a:lvl4pPr marL="1737383" indent="-365766">
              <a:defRPr sz="3200"/>
            </a:lvl4pPr>
            <a:lvl5pPr marL="2194589" indent="-365766">
              <a:defRPr sz="3200"/>
            </a:lvl5pPr>
          </a:lstStyle>
          <a:p>
            <a:r>
              <a:t>Body Level One</a:t>
            </a:r>
          </a:p>
          <a:p>
            <a:pPr lvl="1"/>
            <a:r>
              <a:t>Body Level Two</a:t>
            </a:r>
          </a:p>
          <a:p>
            <a:pPr lvl="2"/>
            <a:r>
              <a:t>Body Level Three</a:t>
            </a:r>
          </a:p>
          <a:p>
            <a:pPr lvl="3"/>
            <a:r>
              <a:t>Body Level Four</a:t>
            </a:r>
          </a:p>
          <a:p>
            <a:pPr lvl="4"/>
            <a:r>
              <a:t>Body Level Five</a:t>
            </a:r>
          </a:p>
        </p:txBody>
      </p:sp>
      <p:sp>
        <p:nvSpPr>
          <p:cNvPr id="75" name="Text Placeholder 3"/>
          <p:cNvSpPr>
            <a:spLocks noGrp="1"/>
          </p:cNvSpPr>
          <p:nvPr>
            <p:ph type="body" sz="quarter" idx="21"/>
          </p:nvPr>
        </p:nvSpPr>
        <p:spPr>
          <a:xfrm>
            <a:off x="839790" y="2057400"/>
            <a:ext cx="3932236" cy="3811588"/>
          </a:xfrm>
          <a:prstGeom prst="rect">
            <a:avLst/>
          </a:prstGeom>
        </p:spPr>
        <p:txBody>
          <a:bodyPr/>
          <a:lstStyle/>
          <a:p>
            <a:pPr marL="0" indent="0">
              <a:buSzTx/>
              <a:buFontTx/>
              <a:buNone/>
              <a:defRPr sz="1600"/>
            </a:pPr>
            <a:endParaRPr/>
          </a:p>
        </p:txBody>
      </p:sp>
      <p:sp>
        <p:nvSpPr>
          <p:cNvPr id="7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3" name="Title Text"/>
          <p:cNvSpPr txBox="1">
            <a:spLocks noGrp="1"/>
          </p:cNvSpPr>
          <p:nvPr>
            <p:ph type="title"/>
          </p:nvPr>
        </p:nvSpPr>
        <p:spPr>
          <a:xfrm>
            <a:off x="839790" y="457200"/>
            <a:ext cx="3932236" cy="1600200"/>
          </a:xfrm>
          <a:prstGeom prst="rect">
            <a:avLst/>
          </a:prstGeom>
        </p:spPr>
        <p:txBody>
          <a:bodyPr anchor="b"/>
          <a:lstStyle>
            <a:lvl1pPr>
              <a:defRPr sz="3200"/>
            </a:lvl1pPr>
          </a:lstStyle>
          <a:p>
            <a:r>
              <a:t>Title Text</a:t>
            </a:r>
          </a:p>
        </p:txBody>
      </p:sp>
      <p:sp>
        <p:nvSpPr>
          <p:cNvPr id="84" name="Picture Placeholder 2"/>
          <p:cNvSpPr>
            <a:spLocks noGrp="1"/>
          </p:cNvSpPr>
          <p:nvPr>
            <p:ph type="pic" sz="half" idx="21"/>
          </p:nvPr>
        </p:nvSpPr>
        <p:spPr>
          <a:xfrm>
            <a:off x="5183187" y="987425"/>
            <a:ext cx="6172203" cy="4873625"/>
          </a:xfrm>
          <a:prstGeom prst="rect">
            <a:avLst/>
          </a:prstGeom>
        </p:spPr>
        <p:txBody>
          <a:bodyPr lIns="91439" rIns="91439">
            <a:noAutofit/>
          </a:bodyPr>
          <a:lstStyle/>
          <a:p>
            <a:endParaRPr dirty="0"/>
          </a:p>
        </p:txBody>
      </p:sp>
      <p:sp>
        <p:nvSpPr>
          <p:cNvPr id="85" name="Body Level One…"/>
          <p:cNvSpPr txBox="1">
            <a:spLocks noGrp="1"/>
          </p:cNvSpPr>
          <p:nvPr>
            <p:ph type="body" sz="quarter" idx="1"/>
          </p:nvPr>
        </p:nvSpPr>
        <p:spPr>
          <a:xfrm>
            <a:off x="839790" y="2057400"/>
            <a:ext cx="3932236" cy="3811588"/>
          </a:xfrm>
          <a:prstGeom prst="rect">
            <a:avLst/>
          </a:prstGeom>
        </p:spPr>
        <p:txBody>
          <a:bodyPr/>
          <a:lstStyle>
            <a:lvl1pPr marL="0" indent="0">
              <a:buSzTx/>
              <a:buFontTx/>
              <a:buNone/>
              <a:defRPr sz="1600"/>
            </a:lvl1pPr>
            <a:lvl2pPr marL="0" indent="457206">
              <a:buSzTx/>
              <a:buFontTx/>
              <a:buNone/>
              <a:defRPr sz="1600"/>
            </a:lvl2pPr>
            <a:lvl3pPr marL="0" indent="914411">
              <a:buSzTx/>
              <a:buFontTx/>
              <a:buNone/>
              <a:defRPr sz="1600"/>
            </a:lvl3pPr>
            <a:lvl4pPr marL="0" indent="1371616">
              <a:buSzTx/>
              <a:buFontTx/>
              <a:buNone/>
              <a:defRPr sz="1600"/>
            </a:lvl4pPr>
            <a:lvl5pPr marL="0" indent="1828823">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prstGeom prst="rect">
            <a:avLst/>
          </a:prstGeom>
        </p:spPr>
        <p:txBody>
          <a:bodyPr/>
          <a:lstStyle/>
          <a:p>
            <a:fld id="{86CB4B4D-7CA3-9044-876B-883B54F8677D}" type="slidenum">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838202" y="365125"/>
            <a:ext cx="10515601" cy="1325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p>
            <a:r>
              <a:t>Title Text</a:t>
            </a:r>
          </a:p>
        </p:txBody>
      </p:sp>
      <p:sp>
        <p:nvSpPr>
          <p:cNvPr id="3" name="Body Level One…"/>
          <p:cNvSpPr txBox="1">
            <a:spLocks noGrp="1"/>
          </p:cNvSpPr>
          <p:nvPr>
            <p:ph type="body" idx="1"/>
          </p:nvPr>
        </p:nvSpPr>
        <p:spPr>
          <a:xfrm>
            <a:off x="838202" y="1825625"/>
            <a:ext cx="10515601" cy="43513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ormAutofit/>
          </a:bodyPr>
          <a:lstStyle/>
          <a:p>
            <a:r>
              <a:t>Body Level One</a:t>
            </a:r>
          </a:p>
          <a:p>
            <a:pPr lvl="1"/>
            <a:r>
              <a:t>Body Level Two</a:t>
            </a:r>
          </a:p>
          <a:p>
            <a:pPr lvl="2"/>
            <a:r>
              <a:t>Body Level Three</a:t>
            </a:r>
          </a:p>
          <a:p>
            <a:pPr lvl="3"/>
            <a:r>
              <a:t>Body Level Four</a:t>
            </a:r>
          </a:p>
          <a:p>
            <a:pPr lvl="4"/>
            <a:r>
              <a:t>Body Level Five</a:t>
            </a:r>
          </a:p>
        </p:txBody>
      </p:sp>
      <p:sp>
        <p:nvSpPr>
          <p:cNvPr id="4" name="Straight Connector 6"/>
          <p:cNvSpPr/>
          <p:nvPr/>
        </p:nvSpPr>
        <p:spPr>
          <a:xfrm flipH="1" flipV="1">
            <a:off x="11366378" y="6459014"/>
            <a:ext cx="3" cy="159415"/>
          </a:xfrm>
          <a:prstGeom prst="line">
            <a:avLst/>
          </a:prstGeom>
          <a:ln w="19050" cap="rnd">
            <a:solidFill>
              <a:srgbClr val="8ED656"/>
            </a:solidFill>
            <a:miter/>
          </a:ln>
        </p:spPr>
        <p:txBody>
          <a:bodyPr lIns="45719" rIns="45719"/>
          <a:lstStyle/>
          <a:p>
            <a:endParaRPr dirty="0"/>
          </a:p>
        </p:txBody>
      </p:sp>
      <p:sp>
        <p:nvSpPr>
          <p:cNvPr id="5" name="Slide Number"/>
          <p:cNvSpPr txBox="1">
            <a:spLocks noGrp="1"/>
          </p:cNvSpPr>
          <p:nvPr>
            <p:ph type="sldNum" sz="quarter" idx="2"/>
          </p:nvPr>
        </p:nvSpPr>
        <p:spPr>
          <a:xfrm>
            <a:off x="11095177" y="6414761"/>
            <a:ext cx="258624" cy="248306"/>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t>‹#›</a:t>
            </a:fld>
            <a:endParaRPr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6" r:id="rId6"/>
    <p:sldLayoutId id="2147483657" r:id="rId7"/>
  </p:sldLayoutIdLst>
  <p:transition spd="med"/>
  <p:txStyles>
    <p:titleStyle>
      <a:lvl1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1pPr>
      <a:lvl2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2pPr>
      <a:lvl3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3pPr>
      <a:lvl4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4pPr>
      <a:lvl5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5pPr>
      <a:lvl6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6pPr>
      <a:lvl7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7pPr>
      <a:lvl8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8pPr>
      <a:lvl9pPr marL="0" marR="0" indent="0" algn="l" defTabSz="914411" rtl="0" latinLnBrk="0">
        <a:lnSpc>
          <a:spcPct val="90000"/>
        </a:lnSpc>
        <a:spcBef>
          <a:spcPts val="0"/>
        </a:spcBef>
        <a:spcAft>
          <a:spcPts val="0"/>
        </a:spcAft>
        <a:buClrTx/>
        <a:buSzTx/>
        <a:buFontTx/>
        <a:buNone/>
        <a:tabLst/>
        <a:defRPr sz="4400" b="0" i="0" u="none" strike="noStrike" cap="none" spc="0" baseline="0">
          <a:solidFill>
            <a:srgbClr val="000000"/>
          </a:solidFill>
          <a:uFillTx/>
          <a:latin typeface="Calibri Light"/>
          <a:ea typeface="Calibri Light"/>
          <a:cs typeface="Calibri Light"/>
          <a:sym typeface="Calibri Light"/>
        </a:defRPr>
      </a:lvl9pPr>
    </p:titleStyle>
    <p:bodyStyle>
      <a:lvl1pPr marL="228603" marR="0" indent="-228603"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1pPr>
      <a:lvl2pPr marL="723909" marR="0" indent="-266704"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2pPr>
      <a:lvl3pPr marL="1234456" marR="0" indent="-320045"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3pPr>
      <a:lvl4pPr marL="1727223"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4pPr>
      <a:lvl5pPr marL="2184429"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5pPr>
      <a:lvl6pPr marL="2641634"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6pPr>
      <a:lvl7pPr marL="3098840"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7pPr>
      <a:lvl8pPr marL="3556046"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8pPr>
      <a:lvl9pPr marL="4013251" marR="0" indent="-355606" algn="l" defTabSz="914411" rtl="0" latinLnBrk="0">
        <a:lnSpc>
          <a:spcPct val="90000"/>
        </a:lnSpc>
        <a:spcBef>
          <a:spcPts val="1000"/>
        </a:spcBef>
        <a:spcAft>
          <a:spcPts val="0"/>
        </a:spcAft>
        <a:buClrTx/>
        <a:buSzPct val="100000"/>
        <a:buFont typeface="Arial"/>
        <a:buChar char="•"/>
        <a:tabLst/>
        <a:defRPr sz="2800" b="0" i="0" u="none" strike="noStrike" cap="none" spc="0" baseline="0">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ABAP OOPS</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Introduction to OOPS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OOPS stands for ‘Object Oriented Programming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Object oriented programming is based upon bottom-up approach.</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One of the main point of focus in object-oriented programming is data protection.</a:t>
            </a:r>
          </a:p>
        </p:txBody>
      </p:sp>
    </p:spTree>
    <p:extLst>
      <p:ext uri="{BB962C8B-B14F-4D97-AF65-F5344CB8AC3E}">
        <p14:creationId xmlns:p14="http://schemas.microsoft.com/office/powerpoint/2010/main" val="2424410632"/>
      </p:ext>
    </p:ext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Various Concepts of OOPS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concepts of object-oriented programming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Class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Object</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Inheritance</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Polymorphism</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Encapsulation</a:t>
            </a:r>
          </a:p>
        </p:txBody>
      </p:sp>
    </p:spTree>
    <p:extLst>
      <p:ext uri="{BB962C8B-B14F-4D97-AF65-F5344CB8AC3E}">
        <p14:creationId xmlns:p14="http://schemas.microsoft.com/office/powerpoint/2010/main" val="1762361002"/>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Various Concepts of OOPS(Contd.)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Method Overloading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Method Overriding</a:t>
            </a:r>
          </a:p>
        </p:txBody>
      </p:sp>
    </p:spTree>
    <p:extLst>
      <p:ext uri="{BB962C8B-B14F-4D97-AF65-F5344CB8AC3E}">
        <p14:creationId xmlns:p14="http://schemas.microsoft.com/office/powerpoint/2010/main" val="3361557804"/>
      </p:ext>
    </p:extLst>
  </p:cSld>
  <p:clrMapOvr>
    <a:overrideClrMapping bg1="lt1" tx1="dk1" bg2="lt2" tx2="dk2" accent1="accent1" accent2="accent2" accent3="accent3" accent4="accent4" accent5="accent5" accent6="accent6" hlink="hlink" folHlink="folHlink"/>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Class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Class is a collection of objects like - methods, attributes, events, interfaces etc.</a:t>
            </a:r>
          </a:p>
        </p:txBody>
      </p:sp>
    </p:spTree>
    <p:extLst>
      <p:ext uri="{BB962C8B-B14F-4D97-AF65-F5344CB8AC3E}">
        <p14:creationId xmlns:p14="http://schemas.microsoft.com/office/powerpoint/2010/main" val="309441878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Object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Object is an </a:t>
            </a:r>
            <a:r>
              <a:rPr lang="en-US" altLang="en-US" sz="2400">
                <a:solidFill>
                  <a:srgbClr val="3B3838"/>
                </a:solidFill>
                <a:latin typeface="Calibri" panose="020F0502020204030204" pitchFamily="34" charset="0"/>
                <a:cs typeface="Calibri" panose="020F0502020204030204" pitchFamily="34" charset="0"/>
              </a:rPr>
              <a:t>instance of </a:t>
            </a:r>
            <a:r>
              <a:rPr lang="en-US" altLang="en-US" sz="2400" dirty="0">
                <a:solidFill>
                  <a:srgbClr val="3B3838"/>
                </a:solidFill>
                <a:latin typeface="Calibri" panose="020F0502020204030204" pitchFamily="34" charset="0"/>
                <a:cs typeface="Calibri" panose="020F0502020204030204" pitchFamily="34" charset="0"/>
              </a:rPr>
              <a:t>a class.</a:t>
            </a:r>
          </a:p>
        </p:txBody>
      </p:sp>
    </p:spTree>
    <p:extLst>
      <p:ext uri="{BB962C8B-B14F-4D97-AF65-F5344CB8AC3E}">
        <p14:creationId xmlns:p14="http://schemas.microsoft.com/office/powerpoint/2010/main" val="3728131622"/>
      </p:ext>
    </p:extLst>
  </p:cSld>
  <p:clrMapOvr>
    <a:overrideClrMapping bg1="lt1" tx1="dk1" bg2="lt2" tx2="dk2" accent1="accent1" accent2="accent2" accent3="accent3" accent4="accent4" accent5="accent5" accent6="accent6" hlink="hlink" folHlink="folHlink"/>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Inheritance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concept of inheritance allows us to derive new classes from existing classes.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existing class is called as base class or parent class or super class .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new class is called as derived class or child class or sub class.</a:t>
            </a:r>
          </a:p>
          <a:p>
            <a:pPr marL="800100" lvl="1" indent="-3429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Multiple inheritance is not possible through classes, but we can achieve multiple inheritance with the help of interfaces. </a:t>
            </a:r>
          </a:p>
        </p:txBody>
      </p:sp>
    </p:spTree>
    <p:extLst>
      <p:ext uri="{BB962C8B-B14F-4D97-AF65-F5344CB8AC3E}">
        <p14:creationId xmlns:p14="http://schemas.microsoft.com/office/powerpoint/2010/main" val="3833089871"/>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Polymorphism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Polymorphism means multiple forms.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 characteristic of being able to assign a different behavior or value in a subclass, to something that was declared in a parent class.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For example - a method can be declared in a parent class, but each subclass can have a different implementation of that method.</a:t>
            </a:r>
          </a:p>
        </p:txBody>
      </p:sp>
    </p:spTree>
    <p:extLst>
      <p:ext uri="{BB962C8B-B14F-4D97-AF65-F5344CB8AC3E}">
        <p14:creationId xmlns:p14="http://schemas.microsoft.com/office/powerpoint/2010/main" val="80021160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Encapsulation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Binding of data and functions in to a single unit(capsule form) is called as encapsulation.</a:t>
            </a:r>
          </a:p>
        </p:txBody>
      </p:sp>
    </p:spTree>
    <p:extLst>
      <p:ext uri="{BB962C8B-B14F-4D97-AF65-F5344CB8AC3E}">
        <p14:creationId xmlns:p14="http://schemas.microsoft.com/office/powerpoint/2010/main" val="2560312068"/>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Method Overloading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Method overloading occurs within the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method overloading, methods must have the same name and different signatures.</a:t>
            </a:r>
            <a:endParaRPr lang="en-US" altLang="en-US" sz="2400" b="1"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Method overloading is not possible in ABAP OOPS.</a:t>
            </a:r>
          </a:p>
        </p:txBody>
      </p:sp>
    </p:spTree>
    <p:extLst>
      <p:ext uri="{BB962C8B-B14F-4D97-AF65-F5344CB8AC3E}">
        <p14:creationId xmlns:p14="http://schemas.microsoft.com/office/powerpoint/2010/main" val="1971480783"/>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Method Overriding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performed in two classes with inheritance relationship( superclass method and subclass method).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method overriding, methods must have the same name and same signature.</a:t>
            </a:r>
          </a:p>
        </p:txBody>
      </p:sp>
    </p:spTree>
    <p:extLst>
      <p:ext uri="{BB962C8B-B14F-4D97-AF65-F5344CB8AC3E}">
        <p14:creationId xmlns:p14="http://schemas.microsoft.com/office/powerpoint/2010/main" val="32644227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Class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types of class in ABAP OOPS.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Global class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Local class</a:t>
            </a:r>
          </a:p>
        </p:txBody>
      </p:sp>
    </p:spTree>
    <p:extLst>
      <p:ext uri="{BB962C8B-B14F-4D97-AF65-F5344CB8AC3E}">
        <p14:creationId xmlns:p14="http://schemas.microsoft.com/office/powerpoint/2010/main" val="2208329829"/>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Global Class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Global classes are the reusable classes.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to create global class is SE24(class builder).</a:t>
            </a:r>
          </a:p>
        </p:txBody>
      </p:sp>
    </p:spTree>
    <p:extLst>
      <p:ext uri="{BB962C8B-B14F-4D97-AF65-F5344CB8AC3E}">
        <p14:creationId xmlns:p14="http://schemas.microsoft.com/office/powerpoint/2010/main" val="3383667935"/>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Global Class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4 types of global class.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Usual ABAP class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Exception class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Persistence class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Unit test class</a:t>
            </a:r>
          </a:p>
        </p:txBody>
      </p:sp>
    </p:spTree>
    <p:extLst>
      <p:ext uri="{BB962C8B-B14F-4D97-AF65-F5344CB8AC3E}">
        <p14:creationId xmlns:p14="http://schemas.microsoft.com/office/powerpoint/2010/main" val="1418707786"/>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15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Usual ABAP Class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purpose of usual ABAP class is to write the logic.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It is equal to function module of core ABAP.</a:t>
            </a:r>
          </a:p>
        </p:txBody>
      </p:sp>
    </p:spTree>
    <p:extLst>
      <p:ext uri="{BB962C8B-B14F-4D97-AF65-F5344CB8AC3E}">
        <p14:creationId xmlns:p14="http://schemas.microsoft.com/office/powerpoint/2010/main" val="188686737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Exception Class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b="0" i="0" dirty="0">
                <a:solidFill>
                  <a:srgbClr val="444444"/>
                </a:solidFill>
                <a:effectLst/>
                <a:latin typeface="BentonSansRegular"/>
              </a:rPr>
              <a:t>Exception is a problem that arises during execution of the program.</a:t>
            </a: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purpose of exception class is to raise and handle the exceptions.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use TRY block to raise a exception and CATCH block to handle a exception.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exception class name must start with CX.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CX_ROOT is the global class(parent class) for all the exceptions.</a:t>
            </a:r>
          </a:p>
        </p:txBody>
      </p:sp>
    </p:spTree>
    <p:extLst>
      <p:ext uri="{BB962C8B-B14F-4D97-AF65-F5344CB8AC3E}">
        <p14:creationId xmlns:p14="http://schemas.microsoft.com/office/powerpoint/2010/main" val="9081244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Exception Class - Subclasses of CX_ROOT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444444"/>
                </a:solidFill>
                <a:latin typeface="BentonSansRegular"/>
                <a:cs typeface="Calibri" panose="020F0502020204030204" pitchFamily="34" charset="0"/>
              </a:rPr>
              <a:t>There are 3 subclasses of parent class CX_ROOT.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444444"/>
                </a:solidFill>
                <a:latin typeface="BentonSansRegular"/>
                <a:cs typeface="Calibri" panose="020F0502020204030204" pitchFamily="34" charset="0"/>
              </a:rPr>
              <a:t>CX_STATIC_CHECK</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444444"/>
                </a:solidFill>
                <a:latin typeface="BentonSansRegular"/>
                <a:cs typeface="Calibri" panose="020F0502020204030204" pitchFamily="34" charset="0"/>
              </a:rPr>
              <a:t>CX_DYNAMIC_CHECK</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444444"/>
                </a:solidFill>
                <a:latin typeface="BentonSansRegular"/>
                <a:cs typeface="Calibri" panose="020F0502020204030204" pitchFamily="34" charset="0"/>
              </a:rPr>
              <a:t>CX_NO_CHECK</a:t>
            </a:r>
            <a:endParaRPr lang="en-US" altLang="en-US" sz="2400" dirty="0">
              <a:solidFill>
                <a:srgbClr val="3B3838"/>
              </a:solidFill>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6BE35AEC-08BE-47D8-E103-C749F6A863F4}"/>
              </a:ext>
            </a:extLst>
          </p:cNvPr>
          <p:cNvPicPr>
            <a:picLocks noChangeAspect="1"/>
          </p:cNvPicPr>
          <p:nvPr/>
        </p:nvPicPr>
        <p:blipFill>
          <a:blip r:embed="rId3"/>
          <a:stretch>
            <a:fillRect/>
          </a:stretch>
        </p:blipFill>
        <p:spPr>
          <a:xfrm>
            <a:off x="5307867" y="2411536"/>
            <a:ext cx="6045934" cy="1924050"/>
          </a:xfrm>
          <a:prstGeom prst="rect">
            <a:avLst/>
          </a:prstGeom>
          <a:ln>
            <a:solidFill>
              <a:schemeClr val="accent1"/>
            </a:solidFill>
          </a:ln>
        </p:spPr>
      </p:pic>
    </p:spTree>
    <p:extLst>
      <p:ext uri="{BB962C8B-B14F-4D97-AF65-F5344CB8AC3E}">
        <p14:creationId xmlns:p14="http://schemas.microsoft.com/office/powerpoint/2010/main" val="82616164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2"/>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Exception Class - Subclasses of CX_ROOT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444444"/>
                </a:solidFill>
                <a:latin typeface="BentonSansRegular"/>
                <a:cs typeface="Calibri" panose="020F0502020204030204" pitchFamily="34" charset="0"/>
              </a:rPr>
              <a:t>CX_STATIC_CHECK - It is checked by both the compiler and runtime system.</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444444"/>
                </a:solidFill>
                <a:latin typeface="BentonSansRegular"/>
                <a:cs typeface="Calibri" panose="020F0502020204030204" pitchFamily="34" charset="0"/>
              </a:rPr>
              <a:t>CX_DYNAMIC_CHECK - It is checked only at runtime system.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444444"/>
                </a:solidFill>
                <a:latin typeface="BentonSansRegular"/>
                <a:cs typeface="Calibri" panose="020F0502020204030204" pitchFamily="34" charset="0"/>
              </a:rPr>
              <a:t>CX_NO_CHECK - It is not checked either by compiler or runtime system.</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While creating the exception class, system by default provides CX_STATIC_CHECK as the super class.</a:t>
            </a:r>
          </a:p>
        </p:txBody>
      </p:sp>
    </p:spTree>
    <p:extLst>
      <p:ext uri="{BB962C8B-B14F-4D97-AF65-F5344CB8AC3E}">
        <p14:creationId xmlns:p14="http://schemas.microsoft.com/office/powerpoint/2010/main" val="3665666672"/>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a:defRPr sz="1600"/>
            </a:lvl1pPr>
          </a:lstStyle>
          <a:p>
            <a:fld id="{86CB4B4D-7CA3-9044-876B-883B54F8677D}" type="slidenum">
              <a:rPr/>
              <a:t>19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Creation of Exception Class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ways to create the exception class.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Exception class with messages of message class.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Exception class without messages of message class.</a:t>
            </a:r>
          </a:p>
        </p:txBody>
      </p:sp>
    </p:spTree>
    <p:extLst>
      <p:ext uri="{BB962C8B-B14F-4D97-AF65-F5344CB8AC3E}">
        <p14:creationId xmlns:p14="http://schemas.microsoft.com/office/powerpoint/2010/main" val="340382583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Persistence Class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purpose of persistence class is to perform database operations like insert, update, delete.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persistence class name must start with CL.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While creating the persistence class, 2 helper class creates automatically. Those helper classes are CA and CB.</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CA is called as actor class or agent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CB is called as base class.</a:t>
            </a:r>
          </a:p>
        </p:txBody>
      </p:sp>
    </p:spTree>
    <p:extLst>
      <p:ext uri="{BB962C8B-B14F-4D97-AF65-F5344CB8AC3E}">
        <p14:creationId xmlns:p14="http://schemas.microsoft.com/office/powerpoint/2010/main" val="2984117356"/>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Persistence Class - AGENT Attribute of the Agent Class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static attribute AGENT is a reference variable to agent class(CA).</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first time this attribute is accessed in an ABAP program, the static constructor of   the agent class creates exactly one instance of this class, to which the attribute AGENT then points.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is only one object of the agent class throughout a particular session.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16989098"/>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Unit Test Class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kumimoji="0" lang="en-US" altLang="en-US" sz="2400" b="0" i="0" u="none" strike="noStrike" kern="0" cap="none" spc="0" normalizeH="0" baseline="0" noProof="0" dirty="0">
                <a:ln>
                  <a:noFill/>
                </a:ln>
                <a:solidFill>
                  <a:srgbClr val="3B3838"/>
                </a:solidFill>
                <a:effectLst/>
                <a:uLnTx/>
                <a:uFillTx/>
                <a:latin typeface="Calibri" panose="020F0502020204030204" pitchFamily="34" charset="0"/>
                <a:cs typeface="Calibri" panose="020F0502020204030204" pitchFamily="34" charset="0"/>
                <a:sym typeface="Trebuchet MS"/>
              </a:rPr>
              <a:t>The purpose of unit test class is to write unit test cases.</a:t>
            </a:r>
          </a:p>
          <a:p>
            <a:pPr marL="914400" marR="0" lvl="1" indent="-457200" algn="l" defTabSz="914400" rtl="0" eaLnBrk="1" fontAlgn="auto" latinLnBrk="0" hangingPunct="0">
              <a:lnSpc>
                <a:spcPct val="200000"/>
              </a:lnSpc>
              <a:spcBef>
                <a:spcPts val="0"/>
              </a:spcBef>
              <a:spcAft>
                <a:spcPts val="0"/>
              </a:spcAft>
              <a:buClr>
                <a:srgbClr val="73C96C"/>
              </a:buClr>
              <a:buSzPct val="100000"/>
              <a:buFontTx/>
              <a:buChar char="▪"/>
              <a:tabLst/>
              <a:defRPr sz="2400">
                <a:solidFill>
                  <a:srgbClr val="3B3838"/>
                </a:solidFill>
                <a:latin typeface="Trebuchet MS"/>
                <a:ea typeface="Trebuchet MS"/>
                <a:cs typeface="Trebuchet MS"/>
                <a:sym typeface="Trebuchet MS"/>
              </a:defRPr>
            </a:pPr>
            <a:r>
              <a:rPr kumimoji="0" lang="en-US" altLang="en-US" sz="2400" b="0" i="0" u="none" strike="noStrike" kern="0" cap="none" spc="0" normalizeH="0" baseline="0" noProof="0" dirty="0">
                <a:ln>
                  <a:noFill/>
                </a:ln>
                <a:solidFill>
                  <a:srgbClr val="3B3838"/>
                </a:solidFill>
                <a:effectLst/>
                <a:uLnTx/>
                <a:uFillTx/>
                <a:latin typeface="Calibri" panose="020F0502020204030204" pitchFamily="34" charset="0"/>
                <a:cs typeface="Calibri" panose="020F0502020204030204" pitchFamily="34" charset="0"/>
                <a:sym typeface="Trebuchet MS"/>
              </a:rPr>
              <a:t>To identify a unit test class , We use the keyword FOR TESTING with the class definition. </a:t>
            </a:r>
          </a:p>
        </p:txBody>
      </p:sp>
    </p:spTree>
    <p:extLst>
      <p:ext uri="{BB962C8B-B14F-4D97-AF65-F5344CB8AC3E}">
        <p14:creationId xmlns:p14="http://schemas.microsoft.com/office/powerpoint/2010/main" val="1762672021"/>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Local Class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Local classes are not reusable classes.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Local classes are dedicated to one program only.</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transaction code to create local class is SE38.</a:t>
            </a:r>
          </a:p>
        </p:txBody>
      </p:sp>
    </p:spTree>
    <p:extLst>
      <p:ext uri="{BB962C8B-B14F-4D97-AF65-F5344CB8AC3E}">
        <p14:creationId xmlns:p14="http://schemas.microsoft.com/office/powerpoint/2010/main" val="2622510518"/>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Syntax to Declare and Create an Object</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Declaration of object :  DATA  lo_object TYPE REF TO zcl_test.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Creation of object : CREATE OBJECT lo_object.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the above syntax : DATA = keyword, lo_object = name of the object , TYPE REF TO = keyword , zcl_test = name of the class , CREATE OBJECT = keyword.</a:t>
            </a:r>
          </a:p>
        </p:txBody>
      </p:sp>
    </p:spTree>
    <p:extLst>
      <p:ext uri="{BB962C8B-B14F-4D97-AF65-F5344CB8AC3E}">
        <p14:creationId xmlns:p14="http://schemas.microsoft.com/office/powerpoint/2010/main" val="740765525"/>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Levels of Class Methods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levels of class methods.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Instance method</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Static method</a:t>
            </a:r>
          </a:p>
        </p:txBody>
      </p:sp>
    </p:spTree>
    <p:extLst>
      <p:ext uri="{BB962C8B-B14F-4D97-AF65-F5344CB8AC3E}">
        <p14:creationId xmlns:p14="http://schemas.microsoft.com/office/powerpoint/2010/main" val="1508009647"/>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Instance Method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need to create an object to call the instance method.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keyword to declare instance method is : METHODS.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operator for instance method is :  -&gt;  .</a:t>
            </a:r>
          </a:p>
        </p:txBody>
      </p:sp>
    </p:spTree>
    <p:extLst>
      <p:ext uri="{BB962C8B-B14F-4D97-AF65-F5344CB8AC3E}">
        <p14:creationId xmlns:p14="http://schemas.microsoft.com/office/powerpoint/2010/main" val="3687033473"/>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Static Method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is no need to create an object to call the static method. </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keyword to declare static method is : CLASS-METHODS.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operator for static method is :  =&gt;  .</a:t>
            </a:r>
          </a:p>
        </p:txBody>
      </p:sp>
    </p:spTree>
    <p:extLst>
      <p:ext uri="{BB962C8B-B14F-4D97-AF65-F5344CB8AC3E}">
        <p14:creationId xmlns:p14="http://schemas.microsoft.com/office/powerpoint/2010/main" val="3566958160"/>
      </p:ext>
    </p:extLst>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Visibility Control of Class Methods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3 types of visibility control for class methods.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Public</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Private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Protected</a:t>
            </a:r>
          </a:p>
        </p:txBody>
      </p:sp>
    </p:spTree>
    <p:extLst>
      <p:ext uri="{BB962C8B-B14F-4D97-AF65-F5344CB8AC3E}">
        <p14:creationId xmlns:p14="http://schemas.microsoft.com/office/powerpoint/2010/main" val="385885682"/>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29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Visibility Control of Class Methods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Public - Public method can be accessed with in the class, with in subclasses and outside the class.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Private - Private method can only be accessed with in the class. It can not be accessed with in subclasses and outside the classes.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Protected - Protected method can be accessed with in the class, with in subclasses, but not outside the class.</a:t>
            </a:r>
          </a:p>
        </p:txBody>
      </p:sp>
    </p:spTree>
    <p:extLst>
      <p:ext uri="{BB962C8B-B14F-4D97-AF65-F5344CB8AC3E}">
        <p14:creationId xmlns:p14="http://schemas.microsoft.com/office/powerpoint/2010/main" val="2150051834"/>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Visibility Control of Class Methods(Contd.)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following table shows the visibility control of class methods.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0CC4F880-E44D-FA33-F747-B2473C9F716B}"/>
              </a:ext>
            </a:extLst>
          </p:cNvPr>
          <p:cNvPicPr>
            <a:picLocks noChangeAspect="1"/>
          </p:cNvPicPr>
          <p:nvPr/>
        </p:nvPicPr>
        <p:blipFill>
          <a:blip r:embed="rId3"/>
          <a:stretch>
            <a:fillRect/>
          </a:stretch>
        </p:blipFill>
        <p:spPr>
          <a:xfrm>
            <a:off x="640680" y="2517256"/>
            <a:ext cx="10910640" cy="1823488"/>
          </a:xfrm>
          <a:prstGeom prst="rect">
            <a:avLst/>
          </a:prstGeom>
        </p:spPr>
      </p:pic>
    </p:spTree>
    <p:extLst>
      <p:ext uri="{BB962C8B-B14F-4D97-AF65-F5344CB8AC3E}">
        <p14:creationId xmlns:p14="http://schemas.microsoft.com/office/powerpoint/2010/main" val="334020707"/>
      </p:ext>
    </p:ext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Parameters of Class Methods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4 types of parameters for class methods.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Importing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Exporting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Changing </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Returning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66452648"/>
      </p:ext>
    </p:extLst>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Parameters of Class Methods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442089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Importing - Importing is the input parameters.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Exporting - Exporting is the output parameters.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Changing - Changing acts as input and output parameters.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Returning - A class method can have any number of exporting parameters but returning is always 1.</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75478034"/>
      </p:ext>
    </p:extLst>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Class Attributes </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Class attributes are data objects of any data type within a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types of class attributes.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Instance attribute</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Static attribute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781221689"/>
      </p:ext>
    </p:ext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Instance Attribute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Instance attribute exists separately for every instance of the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Instance attribute are declared with the keyword DATA</a:t>
            </a:r>
            <a:r>
              <a:rPr lang="en-US" altLang="en-US" sz="2400" b="1" dirty="0">
                <a:solidFill>
                  <a:srgbClr val="3B3838"/>
                </a:solidFill>
                <a:latin typeface="Calibri" panose="020F0502020204030204" pitchFamily="34" charset="0"/>
                <a:cs typeface="Calibri" panose="020F0502020204030204" pitchFamily="34" charset="0"/>
              </a:rPr>
              <a:t>.</a:t>
            </a:r>
            <a:endParaRPr lang="en-US" altLang="en-US" sz="2400" dirty="0">
              <a:solidFill>
                <a:srgbClr val="3B3838"/>
              </a:solidFill>
              <a:latin typeface="Calibri" panose="020F0502020204030204" pitchFamily="34" charset="0"/>
              <a:cs typeface="Calibri" panose="020F0502020204030204" pitchFamily="34" charset="0"/>
            </a:endParaRP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647764054"/>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Static Attribute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Static attribute exists only once for each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Static attribute are defined with the keyword CLASS-DATA.</a:t>
            </a:r>
          </a:p>
          <a:p>
            <a:pPr marL="800100" lvl="1" indent="-3429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Instance method can access both the instance and static attributes, whereas static method can only access the static attributes.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13442845"/>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Final Class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final class is that class which cannot be inherited.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final class cannot have sub-classes.</a:t>
            </a:r>
          </a:p>
        </p:txBody>
      </p:sp>
    </p:spTree>
    <p:extLst>
      <p:ext uri="{BB962C8B-B14F-4D97-AF65-F5344CB8AC3E}">
        <p14:creationId xmlns:p14="http://schemas.microsoft.com/office/powerpoint/2010/main" val="1040872138"/>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Abstract Class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a special type of class which has at least one abstract method.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Abstract method is that method which has only definition, there is no Implementation.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cannot create object of abstract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create objects of sub classes of abstract class.</a:t>
            </a:r>
          </a:p>
        </p:txBody>
      </p:sp>
    </p:spTree>
    <p:extLst>
      <p:ext uri="{BB962C8B-B14F-4D97-AF65-F5344CB8AC3E}">
        <p14:creationId xmlns:p14="http://schemas.microsoft.com/office/powerpoint/2010/main" val="2966840866"/>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Interface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Interface all methods are public by default.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Interface all methods are abstract methods - there is only definition, no implementation.</a:t>
            </a:r>
          </a:p>
        </p:txBody>
      </p:sp>
    </p:spTree>
    <p:extLst>
      <p:ext uri="{BB962C8B-B14F-4D97-AF65-F5344CB8AC3E}">
        <p14:creationId xmlns:p14="http://schemas.microsoft.com/office/powerpoint/2010/main" val="3291230217"/>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39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Abstract Class and Interface Comparison</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abstract class, we have at least one abstract method, others can be non-abstract methods whereas in interface all methods are abstract methods.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abstract class , method visibility are public, private and protected whereas in interface all methods are public.</a:t>
            </a:r>
          </a:p>
        </p:txBody>
      </p:sp>
    </p:spTree>
    <p:extLst>
      <p:ext uri="{BB962C8B-B14F-4D97-AF65-F5344CB8AC3E}">
        <p14:creationId xmlns:p14="http://schemas.microsoft.com/office/powerpoint/2010/main" val="1451635062"/>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40</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Abstract Class and Interface Comparison(Contd.)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abstract class, we need to redefine the abstract method in to sub classes so that we can write the logic into that method whereas in interface there is no need to click on the redefine button( redefine button is disabled),we can write the logic by double clicking on the class method.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abstract class, multiple inheritance is not possible whereas multiple inheritance is possible with interfaces.</a:t>
            </a:r>
          </a:p>
          <a:p>
            <a:pPr marL="800100" lvl="1" indent="-3429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Imp point : We can not redefine a static method.</a:t>
            </a:r>
          </a:p>
        </p:txBody>
      </p:sp>
    </p:spTree>
    <p:extLst>
      <p:ext uri="{BB962C8B-B14F-4D97-AF65-F5344CB8AC3E}">
        <p14:creationId xmlns:p14="http://schemas.microsoft.com/office/powerpoint/2010/main" val="2065594823"/>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41</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Abstract Class and Interface Comparison(Contd.)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72757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sz="2400" dirty="0">
                <a:solidFill>
                  <a:srgbClr val="3B3838"/>
                </a:solidFill>
                <a:latin typeface="Calibri" panose="020F0502020204030204" pitchFamily="34" charset="0"/>
                <a:cs typeface="Calibri" panose="020F0502020204030204" pitchFamily="34" charset="0"/>
              </a:rPr>
              <a:t>The following table shows the difference between abstract class and interface.</a:t>
            </a:r>
          </a:p>
        </p:txBody>
      </p:sp>
      <p:pic>
        <p:nvPicPr>
          <p:cNvPr id="2" name="Picture 1">
            <a:extLst>
              <a:ext uri="{FF2B5EF4-FFF2-40B4-BE49-F238E27FC236}">
                <a16:creationId xmlns:a16="http://schemas.microsoft.com/office/drawing/2014/main" id="{355BDEBD-5679-F2DF-A06B-08FDAEDE3D39}"/>
              </a:ext>
            </a:extLst>
          </p:cNvPr>
          <p:cNvPicPr>
            <a:picLocks noChangeAspect="1"/>
          </p:cNvPicPr>
          <p:nvPr/>
        </p:nvPicPr>
        <p:blipFill>
          <a:blip r:embed="rId3"/>
          <a:stretch>
            <a:fillRect/>
          </a:stretch>
        </p:blipFill>
        <p:spPr>
          <a:xfrm>
            <a:off x="14244" y="2481146"/>
            <a:ext cx="12192000" cy="2976071"/>
          </a:xfrm>
          <a:prstGeom prst="rect">
            <a:avLst/>
          </a:prstGeom>
        </p:spPr>
      </p:pic>
    </p:spTree>
    <p:extLst>
      <p:ext uri="{BB962C8B-B14F-4D97-AF65-F5344CB8AC3E}">
        <p14:creationId xmlns:p14="http://schemas.microsoft.com/office/powerpoint/2010/main" val="302325485"/>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Events in Object Oriented Programming</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With the help of events, method of one class can call method of another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Triggering method - This method is used to raise the event.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Event handler method - This method is used to handle the event.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Register the event handler method using SET HANDLER statement.</a:t>
            </a:r>
          </a:p>
        </p:txBody>
      </p:sp>
    </p:spTree>
    <p:extLst>
      <p:ext uri="{BB962C8B-B14F-4D97-AF65-F5344CB8AC3E}">
        <p14:creationId xmlns:p14="http://schemas.microsoft.com/office/powerpoint/2010/main" val="3501625560"/>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Syntax to Register Event Handler Method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Syntax : SET HANDLER lo_object1-&gt;event_handler FOR lo_object2.</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the above syntax : SET HANDLER = keyword , lo_object1 = Class object in which event handler method is defined, event_handler =  event handler method name , FOR = keyword, lo_object2 = Class object in which triggering method is defined.</a:t>
            </a:r>
          </a:p>
        </p:txBody>
      </p:sp>
    </p:spTree>
    <p:extLst>
      <p:ext uri="{BB962C8B-B14F-4D97-AF65-F5344CB8AC3E}">
        <p14:creationId xmlns:p14="http://schemas.microsoft.com/office/powerpoint/2010/main" val="1144353169"/>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Significance of ME</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 method can have a variable defined within it which has the same name as one of the attributes of the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To clearly identify the class level attribute, the selector ME is used.</a:t>
            </a:r>
          </a:p>
        </p:txBody>
      </p:sp>
    </p:spTree>
    <p:extLst>
      <p:ext uri="{BB962C8B-B14F-4D97-AF65-F5344CB8AC3E}">
        <p14:creationId xmlns:p14="http://schemas.microsoft.com/office/powerpoint/2010/main" val="2705034172"/>
      </p:ext>
    </p:ext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Constructors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Constructor is a special type of method which is executed automatically when an object is created.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They cannot be called using call method statement.</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Constructors are methods with a predefined name.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Multiple instance and static constructor are not allowed with in a class.</a:t>
            </a:r>
          </a:p>
        </p:txBody>
      </p:sp>
    </p:spTree>
    <p:extLst>
      <p:ext uri="{BB962C8B-B14F-4D97-AF65-F5344CB8AC3E}">
        <p14:creationId xmlns:p14="http://schemas.microsoft.com/office/powerpoint/2010/main" val="4257688383"/>
      </p:ext>
    </p:extLst>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Types of Constructors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types of constructors.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Instance constructor</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Static constructor</a:t>
            </a:r>
          </a:p>
        </p:txBody>
      </p:sp>
    </p:spTree>
    <p:extLst>
      <p:ext uri="{BB962C8B-B14F-4D97-AF65-F5344CB8AC3E}">
        <p14:creationId xmlns:p14="http://schemas.microsoft.com/office/powerpoint/2010/main" val="3768330970"/>
      </p:ext>
    </p:ext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47</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Instance Constructor</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Name of the method: CONSTRUCTOR.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has only importing parameters.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can access both static and instance attributes.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called every time when an object is created.</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Used to set default value for a particular instance.</a:t>
            </a:r>
          </a:p>
        </p:txBody>
      </p:sp>
    </p:spTree>
    <p:extLst>
      <p:ext uri="{BB962C8B-B14F-4D97-AF65-F5344CB8AC3E}">
        <p14:creationId xmlns:p14="http://schemas.microsoft.com/office/powerpoint/2010/main" val="3154339573"/>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48</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Static Constructor</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Name of the method: CLASS_CONSTRUCTOR.</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does not have any parameters.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can access only static attributes.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is called only first time when an object is created.</a:t>
            </a:r>
          </a:p>
        </p:txBody>
      </p:sp>
    </p:spTree>
    <p:extLst>
      <p:ext uri="{BB962C8B-B14F-4D97-AF65-F5344CB8AC3E}">
        <p14:creationId xmlns:p14="http://schemas.microsoft.com/office/powerpoint/2010/main" val="1544164183"/>
      </p:ext>
    </p:ext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49</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ALV by CL_GUI_ALV_GRID Class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to create a ALV by CL_GUI_ALV_</a:t>
            </a:r>
            <a:r>
              <a:rPr lang="en-US" altLang="en-US" sz="2400">
                <a:solidFill>
                  <a:srgbClr val="3B3838"/>
                </a:solidFill>
                <a:latin typeface="Calibri" panose="020F0502020204030204" pitchFamily="34" charset="0"/>
                <a:cs typeface="Calibri" panose="020F0502020204030204" pitchFamily="34" charset="0"/>
              </a:rPr>
              <a:t>GRID class are </a:t>
            </a:r>
            <a:r>
              <a:rPr lang="en-US" altLang="en-US" sz="2400" dirty="0">
                <a:solidFill>
                  <a:srgbClr val="3B3838"/>
                </a:solidFill>
                <a:latin typeface="Calibri" panose="020F0502020204030204" pitchFamily="34" charset="0"/>
                <a:cs typeface="Calibri" panose="020F0502020204030204" pitchFamily="34" charset="0"/>
              </a:rPr>
              <a:t>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a field catalog.</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a custom control (layout element) on a screen.</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an object of the container class (CL_GUI_CUSTOM_CONTAINER).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Create an object of the alv grid class (CL_GUI_ALV_GRID) and pass the object of container class in the parent parameter.</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Use alv grid class method (SET_TABLE_FOR_FIRST_DISPLAY) to display the data.</a:t>
            </a:r>
          </a:p>
        </p:txBody>
      </p:sp>
    </p:spTree>
    <p:extLst>
      <p:ext uri="{BB962C8B-B14F-4D97-AF65-F5344CB8AC3E}">
        <p14:creationId xmlns:p14="http://schemas.microsoft.com/office/powerpoint/2010/main" val="280512362"/>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C0FA9-B49D-E9E8-CB03-D3E2D32337CF}"/>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3422B3EA-C75D-AF66-6A76-E7C06A66DD20}"/>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50</a:t>
            </a:fld>
            <a:endParaRPr dirty="0"/>
          </a:p>
        </p:txBody>
      </p:sp>
      <p:sp>
        <p:nvSpPr>
          <p:cNvPr id="207" name="TextBox 17">
            <a:extLst>
              <a:ext uri="{FF2B5EF4-FFF2-40B4-BE49-F238E27FC236}">
                <a16:creationId xmlns:a16="http://schemas.microsoft.com/office/drawing/2014/main" id="{3007FA46-0A33-506E-09B4-5827101EC497}"/>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ALV Object Model - CL_SALV_TABLE Class</a:t>
            </a:r>
          </a:p>
        </p:txBody>
      </p:sp>
      <p:sp>
        <p:nvSpPr>
          <p:cNvPr id="208" name="Straight Connector 18">
            <a:extLst>
              <a:ext uri="{FF2B5EF4-FFF2-40B4-BE49-F238E27FC236}">
                <a16:creationId xmlns:a16="http://schemas.microsoft.com/office/drawing/2014/main" id="{81313604-E113-B83A-230D-1AEB64745F5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598B60CC-BB0A-E935-C559-904B907DF859}"/>
              </a:ext>
            </a:extLst>
          </p:cNvPr>
          <p:cNvSpPr txBox="1"/>
          <p:nvPr/>
        </p:nvSpPr>
        <p:spPr>
          <a:xfrm>
            <a:off x="14244" y="1263042"/>
            <a:ext cx="11935565" cy="58982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ALV object model is an encapsulation of the pre-existing ALV tools.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CL_SALV_TABLE class is a part of ALV object model.</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CL_SALV_TABLE  combines both the CL_GUI_ALV_GRID class for container implementation, as well as the REUSE_ALV_GRID_DISPLAY and REUSE_ALV_LIST_DISPLAY function modules for full screen display.</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Advantage of ALV object model - It provides a collective interface to ALV tools.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Disadvantage of ALV object model - It does not support editable ALV.</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15885688"/>
      </p:ext>
    </p:ext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0A816-B260-1586-3337-6B3CDA77C87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FB51E445-9048-B665-DE5B-B544C1FD2791}"/>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51</a:t>
            </a:fld>
            <a:endParaRPr dirty="0"/>
          </a:p>
        </p:txBody>
      </p:sp>
      <p:sp>
        <p:nvSpPr>
          <p:cNvPr id="207" name="TextBox 17">
            <a:extLst>
              <a:ext uri="{FF2B5EF4-FFF2-40B4-BE49-F238E27FC236}">
                <a16:creationId xmlns:a16="http://schemas.microsoft.com/office/drawing/2014/main" id="{20F2E062-3276-6FCF-CB33-08B39AC92221}"/>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of ALV Creation By CL_SALV_TABLE Class</a:t>
            </a:r>
          </a:p>
        </p:txBody>
      </p:sp>
      <p:sp>
        <p:nvSpPr>
          <p:cNvPr id="208" name="Straight Connector 18">
            <a:extLst>
              <a:ext uri="{FF2B5EF4-FFF2-40B4-BE49-F238E27FC236}">
                <a16:creationId xmlns:a16="http://schemas.microsoft.com/office/drawing/2014/main" id="{9F6EDD29-528C-0C28-579B-B5ED2CD768D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C979AF74-1D56-EB1B-2B9E-DBB4A016F75A}"/>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for creating a ALV by CL_SALV_TABLE class are as follows:</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Call the FACTORY Method of CL_SALV_TABLE class to get the instance of ALV table object.</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Call the DISPLAY Method of CL_SALV_TABLE class to display the ALV. </a:t>
            </a:r>
          </a:p>
        </p:txBody>
      </p:sp>
    </p:spTree>
    <p:extLst>
      <p:ext uri="{BB962C8B-B14F-4D97-AF65-F5344CB8AC3E}">
        <p14:creationId xmlns:p14="http://schemas.microsoft.com/office/powerpoint/2010/main" val="3627848675"/>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Non-Event Based Functionality in ALV OOPS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Sorting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Filtering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Coloring etc.</a:t>
            </a:r>
          </a:p>
        </p:txBody>
      </p:sp>
    </p:spTree>
    <p:extLst>
      <p:ext uri="{BB962C8B-B14F-4D97-AF65-F5344CB8AC3E}">
        <p14:creationId xmlns:p14="http://schemas.microsoft.com/office/powerpoint/2010/main" val="3782737650"/>
      </p:ext>
    </p:extLst>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Event Based Functionality in ALV OOPS</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Double clicking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Hotspot clicking etc.</a:t>
            </a:r>
          </a:p>
        </p:txBody>
      </p:sp>
    </p:spTree>
    <p:extLst>
      <p:ext uri="{BB962C8B-B14F-4D97-AF65-F5344CB8AC3E}">
        <p14:creationId xmlns:p14="http://schemas.microsoft.com/office/powerpoint/2010/main" val="1890216994"/>
      </p:ext>
    </p:extLst>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6245A2-0038-11AB-54BB-2C33CD6DC943}"/>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C3651C5-3ACE-FEF0-C4F6-D475DF2D43F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54</a:t>
            </a:fld>
            <a:endParaRPr dirty="0"/>
          </a:p>
        </p:txBody>
      </p:sp>
      <p:sp>
        <p:nvSpPr>
          <p:cNvPr id="207" name="TextBox 17">
            <a:extLst>
              <a:ext uri="{FF2B5EF4-FFF2-40B4-BE49-F238E27FC236}">
                <a16:creationId xmlns:a16="http://schemas.microsoft.com/office/drawing/2014/main" id="{02CE1C04-C5E2-9FF1-A5E1-B6DCEE35F873}"/>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Concept of Alias</a:t>
            </a:r>
          </a:p>
        </p:txBody>
      </p:sp>
      <p:sp>
        <p:nvSpPr>
          <p:cNvPr id="208" name="Straight Connector 18">
            <a:extLst>
              <a:ext uri="{FF2B5EF4-FFF2-40B4-BE49-F238E27FC236}">
                <a16:creationId xmlns:a16="http://schemas.microsoft.com/office/drawing/2014/main" id="{FD98DC05-EB47-8206-18CF-72A3940FEF14}"/>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AECB07AD-1C1D-F1C8-DAC5-B0E63569BAC2}"/>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Alias is a shortcut or alternative name which is used to increases the readability of the code.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ABAP OOPS , Alias is a component of the class and the interface.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Use :  Alias is widely used when we implement interface methods in the class. At that time, we define an Alias for those interface methods and call those methods using that defined Alias.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Syntax : ALIASES &lt;alias name&gt; FOR &lt;interface name&gt;~&lt;component name&gt; .</a:t>
            </a:r>
          </a:p>
        </p:txBody>
      </p:sp>
    </p:spTree>
    <p:extLst>
      <p:ext uri="{BB962C8B-B14F-4D97-AF65-F5344CB8AC3E}">
        <p14:creationId xmlns:p14="http://schemas.microsoft.com/office/powerpoint/2010/main" val="2823280722"/>
      </p:ext>
    </p:ext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D322B-A6FC-97FF-D936-83F6DFDADE9C}"/>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26D7E055-8306-AD99-F770-CDA4AEFF201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55</a:t>
            </a:fld>
            <a:endParaRPr dirty="0"/>
          </a:p>
        </p:txBody>
      </p:sp>
      <p:sp>
        <p:nvSpPr>
          <p:cNvPr id="207" name="TextBox 17">
            <a:extLst>
              <a:ext uri="{FF2B5EF4-FFF2-40B4-BE49-F238E27FC236}">
                <a16:creationId xmlns:a16="http://schemas.microsoft.com/office/drawing/2014/main" id="{294163E3-D001-6592-A98D-C68FA2F34122}"/>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Concept of Types</a:t>
            </a:r>
          </a:p>
        </p:txBody>
      </p:sp>
      <p:sp>
        <p:nvSpPr>
          <p:cNvPr id="208" name="Straight Connector 18">
            <a:extLst>
              <a:ext uri="{FF2B5EF4-FFF2-40B4-BE49-F238E27FC236}">
                <a16:creationId xmlns:a16="http://schemas.microsoft.com/office/drawing/2014/main" id="{254CA94B-3C7E-281D-57CC-F0906F9747C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614A814D-38BA-0B84-235C-A450F7811926}"/>
              </a:ext>
            </a:extLst>
          </p:cNvPr>
          <p:cNvSpPr txBox="1"/>
          <p:nvPr/>
        </p:nvSpPr>
        <p:spPr>
          <a:xfrm>
            <a:off x="14244" y="1263042"/>
            <a:ext cx="11935565" cy="29435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Types is a component of the class and the interface.</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Types allows us to define and manage the custom data types like structure type, table type etc.</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enhances the readability and reusability of the code.</a:t>
            </a:r>
          </a:p>
        </p:txBody>
      </p:sp>
    </p:spTree>
    <p:extLst>
      <p:ext uri="{BB962C8B-B14F-4D97-AF65-F5344CB8AC3E}">
        <p14:creationId xmlns:p14="http://schemas.microsoft.com/office/powerpoint/2010/main" val="2661636752"/>
      </p:ext>
    </p:ext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3C33B-89C8-0129-67C3-9AAACD36A9BB}"/>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35D6240-84B1-8FD6-454A-037E3D420ADD}"/>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56</a:t>
            </a:fld>
            <a:endParaRPr dirty="0"/>
          </a:p>
        </p:txBody>
      </p:sp>
      <p:sp>
        <p:nvSpPr>
          <p:cNvPr id="207" name="TextBox 17">
            <a:extLst>
              <a:ext uri="{FF2B5EF4-FFF2-40B4-BE49-F238E27FC236}">
                <a16:creationId xmlns:a16="http://schemas.microsoft.com/office/drawing/2014/main" id="{6C6912E3-4D4E-FE05-C554-B38CEFAEB1E4}"/>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Singleton Class - Introduction</a:t>
            </a:r>
          </a:p>
        </p:txBody>
      </p:sp>
      <p:sp>
        <p:nvSpPr>
          <p:cNvPr id="208" name="Straight Connector 18">
            <a:extLst>
              <a:ext uri="{FF2B5EF4-FFF2-40B4-BE49-F238E27FC236}">
                <a16:creationId xmlns:a16="http://schemas.microsoft.com/office/drawing/2014/main" id="{A71218A4-55E2-AEF5-0DAD-19E6640CCA82}"/>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BA7AB8F7-4F1B-FF48-0B65-1119BBAFC3FB}"/>
              </a:ext>
            </a:extLst>
          </p:cNvPr>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Singleton is basically a single object/instance creation.</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Whenever we want to create an object/instance of the class, we create the object through CREATE OBJECT or NEW statement and we can create any number of instances/objects.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many cases, we need to have only one instance of the class. In that case, we use singleton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Singleton class is a class which ensures that class has only one instance/object.</a:t>
            </a:r>
          </a:p>
        </p:txBody>
      </p:sp>
    </p:spTree>
    <p:extLst>
      <p:ext uri="{BB962C8B-B14F-4D97-AF65-F5344CB8AC3E}">
        <p14:creationId xmlns:p14="http://schemas.microsoft.com/office/powerpoint/2010/main" val="1987611794"/>
      </p:ext>
    </p:ext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B78FD-9ED8-85C0-BA17-5146D71A1D61}"/>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9167D9BD-D513-25B5-FA8B-2F5EEFF2B1E2}"/>
              </a:ext>
            </a:extLst>
          </p:cNvPr>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57</a:t>
            </a:fld>
            <a:endParaRPr dirty="0"/>
          </a:p>
        </p:txBody>
      </p:sp>
      <p:sp>
        <p:nvSpPr>
          <p:cNvPr id="207" name="TextBox 17">
            <a:extLst>
              <a:ext uri="{FF2B5EF4-FFF2-40B4-BE49-F238E27FC236}">
                <a16:creationId xmlns:a16="http://schemas.microsoft.com/office/drawing/2014/main" id="{080BCB59-9D6A-5384-E860-77FF7FC66E69}"/>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Singleton Class - Introduction(Contd.)</a:t>
            </a:r>
          </a:p>
        </p:txBody>
      </p:sp>
      <p:sp>
        <p:nvSpPr>
          <p:cNvPr id="208" name="Straight Connector 18">
            <a:extLst>
              <a:ext uri="{FF2B5EF4-FFF2-40B4-BE49-F238E27FC236}">
                <a16:creationId xmlns:a16="http://schemas.microsoft.com/office/drawing/2014/main" id="{AAC677E9-74CE-A79D-8E50-9F0C6C7E58D4}"/>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B9793758-7F29-0179-5084-1EB2193DCAC2}"/>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can not create the instance/object outside the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We write the logic for instance/object creation in the class itself.</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It means singleton class itself controls the creation of instance/object.</a:t>
            </a:r>
          </a:p>
        </p:txBody>
      </p:sp>
    </p:spTree>
    <p:extLst>
      <p:ext uri="{BB962C8B-B14F-4D97-AF65-F5344CB8AC3E}">
        <p14:creationId xmlns:p14="http://schemas.microsoft.com/office/powerpoint/2010/main" val="1785154688"/>
      </p:ext>
    </p:ext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04217B-E54F-6EEA-BAB7-789B24F9C02D}"/>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7164F555-3A31-8605-6F6F-0A34CFDAB35A}"/>
              </a:ext>
            </a:extLst>
          </p:cNvPr>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58</a:t>
            </a:fld>
            <a:endParaRPr dirty="0"/>
          </a:p>
        </p:txBody>
      </p:sp>
      <p:sp>
        <p:nvSpPr>
          <p:cNvPr id="207" name="TextBox 17">
            <a:extLst>
              <a:ext uri="{FF2B5EF4-FFF2-40B4-BE49-F238E27FC236}">
                <a16:creationId xmlns:a16="http://schemas.microsoft.com/office/drawing/2014/main" id="{57D05329-BF23-AE05-7840-E5863B4C22B8}"/>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implement a Singleton Class</a:t>
            </a:r>
          </a:p>
        </p:txBody>
      </p:sp>
      <p:sp>
        <p:nvSpPr>
          <p:cNvPr id="208" name="Straight Connector 18">
            <a:extLst>
              <a:ext uri="{FF2B5EF4-FFF2-40B4-BE49-F238E27FC236}">
                <a16:creationId xmlns:a16="http://schemas.microsoft.com/office/drawing/2014/main" id="{5C9E02AC-E472-E262-171F-1AE85D9D9920}"/>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17468B8B-2EA5-63A6-EC8F-0102D8CF16B5}"/>
              </a:ext>
            </a:extLst>
          </p:cNvPr>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various steps to implement a singleton class are as follows: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rPr>
              <a:t>Instance generation </a:t>
            </a:r>
            <a:r>
              <a:rPr lang="en-US" altLang="en-US" sz="2400" dirty="0">
                <a:solidFill>
                  <a:srgbClr val="3B3838"/>
                </a:solidFill>
                <a:latin typeface="Calibri" panose="020F0502020204030204" pitchFamily="34" charset="0"/>
                <a:cs typeface="Calibri" panose="020F0502020204030204" pitchFamily="34" charset="0"/>
              </a:rPr>
              <a:t>: We need to specify the instance generation of the class as PRIVATE. It prevents the external instance/object generation of the class.</a:t>
            </a:r>
          </a:p>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rPr>
              <a:t>Declare static variable  </a:t>
            </a:r>
            <a:r>
              <a:rPr lang="en-US" altLang="en-US" sz="2400" dirty="0">
                <a:solidFill>
                  <a:srgbClr val="3B3838"/>
                </a:solidFill>
                <a:latin typeface="Calibri" panose="020F0502020204030204" pitchFamily="34" charset="0"/>
                <a:cs typeface="Calibri" panose="020F0502020204030204" pitchFamily="34" charset="0"/>
              </a:rPr>
              <a:t>: A static variable is declared with in the class to hold the single instance. It is usually TYPE REF TO class itself.</a:t>
            </a:r>
          </a:p>
        </p:txBody>
      </p:sp>
    </p:spTree>
    <p:extLst>
      <p:ext uri="{BB962C8B-B14F-4D97-AF65-F5344CB8AC3E}">
        <p14:creationId xmlns:p14="http://schemas.microsoft.com/office/powerpoint/2010/main" val="2845384498"/>
      </p:ext>
    </p:extLst>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CFDA2-59BD-FE7F-AAA6-4951032E10B0}"/>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BFCD20B2-80AA-AAEF-0335-ED0017AB342D}"/>
              </a:ext>
            </a:extLst>
          </p:cNvPr>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59</a:t>
            </a:fld>
            <a:endParaRPr dirty="0"/>
          </a:p>
        </p:txBody>
      </p:sp>
      <p:sp>
        <p:nvSpPr>
          <p:cNvPr id="207" name="TextBox 17">
            <a:extLst>
              <a:ext uri="{FF2B5EF4-FFF2-40B4-BE49-F238E27FC236}">
                <a16:creationId xmlns:a16="http://schemas.microsoft.com/office/drawing/2014/main" id="{A894693B-6543-D2A1-37A2-BC6B6F26328A}"/>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Steps to Implement a Singleton Class(Contd.)</a:t>
            </a:r>
          </a:p>
        </p:txBody>
      </p:sp>
      <p:sp>
        <p:nvSpPr>
          <p:cNvPr id="208" name="Straight Connector 18">
            <a:extLst>
              <a:ext uri="{FF2B5EF4-FFF2-40B4-BE49-F238E27FC236}">
                <a16:creationId xmlns:a16="http://schemas.microsoft.com/office/drawing/2014/main" id="{F489FFAC-2D59-62C8-F765-C6AE6E7A923B}"/>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38652B79-7CF1-E137-8726-6149F477DD3A}"/>
              </a:ext>
            </a:extLst>
          </p:cNvPr>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b="1" dirty="0">
                <a:solidFill>
                  <a:srgbClr val="3B3838"/>
                </a:solidFill>
                <a:latin typeface="Calibri" panose="020F0502020204030204" pitchFamily="34" charset="0"/>
                <a:cs typeface="Calibri" panose="020F0502020204030204" pitchFamily="34" charset="0"/>
              </a:rPr>
              <a:t>Static method to return the single instance : </a:t>
            </a:r>
            <a:r>
              <a:rPr lang="en-US" altLang="en-US" sz="2400" dirty="0">
                <a:solidFill>
                  <a:srgbClr val="3B3838"/>
                </a:solidFill>
                <a:latin typeface="Calibri" panose="020F0502020204030204" pitchFamily="34" charset="0"/>
                <a:cs typeface="Calibri" panose="020F0502020204030204" pitchFamily="34" charset="0"/>
              </a:rPr>
              <a:t>A static method is created and implemented which is used to return the single instance. For best understanding, It is good to provide the method name as GET_INSTANCE.</a:t>
            </a:r>
          </a:p>
        </p:txBody>
      </p:sp>
    </p:spTree>
    <p:extLst>
      <p:ext uri="{BB962C8B-B14F-4D97-AF65-F5344CB8AC3E}">
        <p14:creationId xmlns:p14="http://schemas.microsoft.com/office/powerpoint/2010/main" val="4292799187"/>
      </p:ext>
    </p:extLst>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D576EE-88FC-ACBE-63AA-A59F13462A78}"/>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A31DC0DD-EC6E-6378-555D-666ECEAAAD78}"/>
              </a:ext>
            </a:extLst>
          </p:cNvPr>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60</a:t>
            </a:fld>
            <a:endParaRPr dirty="0"/>
          </a:p>
        </p:txBody>
      </p:sp>
      <p:sp>
        <p:nvSpPr>
          <p:cNvPr id="207" name="TextBox 17">
            <a:extLst>
              <a:ext uri="{FF2B5EF4-FFF2-40B4-BE49-F238E27FC236}">
                <a16:creationId xmlns:a16="http://schemas.microsoft.com/office/drawing/2014/main" id="{90A2C0C6-0231-F959-1AB2-1E56D9A8DBAF}"/>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Agent Class as Singleton Class</a:t>
            </a:r>
          </a:p>
        </p:txBody>
      </p:sp>
      <p:sp>
        <p:nvSpPr>
          <p:cNvPr id="208" name="Straight Connector 18">
            <a:extLst>
              <a:ext uri="{FF2B5EF4-FFF2-40B4-BE49-F238E27FC236}">
                <a16:creationId xmlns:a16="http://schemas.microsoft.com/office/drawing/2014/main" id="{FF7AA073-3707-1D63-810D-C7C66C7531EB}"/>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0E048664-9C46-F199-22F4-CEAA3F75CF14}"/>
              </a:ext>
            </a:extLst>
          </p:cNvPr>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Agent class is one of the best example of singleton class as all database operations go through a single instance.</a:t>
            </a:r>
          </a:p>
        </p:txBody>
      </p:sp>
    </p:spTree>
    <p:extLst>
      <p:ext uri="{BB962C8B-B14F-4D97-AF65-F5344CB8AC3E}">
        <p14:creationId xmlns:p14="http://schemas.microsoft.com/office/powerpoint/2010/main" val="2190503437"/>
      </p:ext>
    </p:ext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4CB8E1-D88D-732B-1CB5-76CDF2A84936}"/>
            </a:ext>
          </a:extLst>
        </p:cNvPr>
        <p:cNvGrpSpPr/>
        <p:nvPr/>
      </p:nvGrpSpPr>
      <p:grpSpPr>
        <a:xfrm>
          <a:off x="0" y="0"/>
          <a:ext cx="0" cy="0"/>
          <a:chOff x="0" y="0"/>
          <a:chExt cx="0" cy="0"/>
        </a:xfrm>
      </p:grpSpPr>
      <p:sp>
        <p:nvSpPr>
          <p:cNvPr id="206" name="Slide Number Placeholder 1">
            <a:extLst>
              <a:ext uri="{FF2B5EF4-FFF2-40B4-BE49-F238E27FC236}">
                <a16:creationId xmlns:a16="http://schemas.microsoft.com/office/drawing/2014/main" id="{062F0028-2B62-772F-121F-19C6A72B7A2F}"/>
              </a:ext>
            </a:extLst>
          </p:cNvPr>
          <p:cNvSpPr txBox="1">
            <a:spLocks noGrp="1"/>
          </p:cNvSpPr>
          <p:nvPr>
            <p:ph type="sldNum" sz="quarter" idx="2"/>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61</a:t>
            </a:fld>
            <a:endParaRPr dirty="0"/>
          </a:p>
        </p:txBody>
      </p:sp>
      <p:sp>
        <p:nvSpPr>
          <p:cNvPr id="207" name="TextBox 17">
            <a:extLst>
              <a:ext uri="{FF2B5EF4-FFF2-40B4-BE49-F238E27FC236}">
                <a16:creationId xmlns:a16="http://schemas.microsoft.com/office/drawing/2014/main" id="{5668D9E2-63AA-88A4-71DA-F8A01BE9C6ED}"/>
              </a:ext>
            </a:extLst>
          </p:cNvPr>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Singleton Class - CL_SALV_TABLE </a:t>
            </a:r>
          </a:p>
        </p:txBody>
      </p:sp>
      <p:sp>
        <p:nvSpPr>
          <p:cNvPr id="208" name="Straight Connector 18">
            <a:extLst>
              <a:ext uri="{FF2B5EF4-FFF2-40B4-BE49-F238E27FC236}">
                <a16:creationId xmlns:a16="http://schemas.microsoft.com/office/drawing/2014/main" id="{AD785140-751F-9628-78D1-937B5A6BDB48}"/>
              </a:ext>
            </a:extLst>
          </p:cNvPr>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a:extLst>
              <a:ext uri="{FF2B5EF4-FFF2-40B4-BE49-F238E27FC236}">
                <a16:creationId xmlns:a16="http://schemas.microsoft.com/office/drawing/2014/main" id="{7A0FEDB5-FA02-5C2C-0422-AC75E57A1CD5}"/>
              </a:ext>
            </a:extLst>
          </p:cNvPr>
          <p:cNvSpPr txBox="1"/>
          <p:nvPr/>
        </p:nvSpPr>
        <p:spPr>
          <a:xfrm>
            <a:off x="14244" y="1263042"/>
            <a:ext cx="11935565" cy="14662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 typeface="Wingdings" panose="05000000000000000000" pitchFamily="2" charset="2"/>
              <a:buChar char="Ø"/>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CL_SALV_TABLE class is not a singleton class as we can go </a:t>
            </a:r>
            <a:r>
              <a:rPr lang="en-US" altLang="en-US" sz="2400">
                <a:solidFill>
                  <a:srgbClr val="3B3838"/>
                </a:solidFill>
                <a:latin typeface="Calibri" panose="020F0502020204030204" pitchFamily="34" charset="0"/>
                <a:cs typeface="Calibri" panose="020F0502020204030204" pitchFamily="34" charset="0"/>
              </a:rPr>
              <a:t>for multiple instances</a:t>
            </a:r>
            <a:r>
              <a:rPr lang="en-US" altLang="en-US" sz="2400" dirty="0">
                <a:solidFill>
                  <a:srgbClr val="3B3838"/>
                </a:solidFill>
                <a:latin typeface="Calibri" panose="020F0502020204030204" pitchFamily="34" charset="0"/>
                <a:cs typeface="Calibri" panose="020F0502020204030204" pitchFamily="34" charset="0"/>
              </a:rPr>
              <a:t>/objects.</a:t>
            </a:r>
          </a:p>
        </p:txBody>
      </p:sp>
    </p:spTree>
    <p:extLst>
      <p:ext uri="{BB962C8B-B14F-4D97-AF65-F5344CB8AC3E}">
        <p14:creationId xmlns:p14="http://schemas.microsoft.com/office/powerpoint/2010/main" val="1312249923"/>
      </p:ext>
    </p:ext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62</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Casting</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368222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ABAP OOPS, assigning the instance of parent class to child class or assigning the instance of child class to parent class is called as casting.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There are 2 types of casting.</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Narrow casting( Up casting)</a:t>
            </a:r>
          </a:p>
          <a:p>
            <a:pPr marL="914400" lvl="1" indent="-457200">
              <a:lnSpc>
                <a:spcPct val="200000"/>
              </a:lnSpc>
              <a:buClr>
                <a:srgbClr val="73C96C"/>
              </a:buClr>
              <a:buSzPct val="100000"/>
              <a:buFont typeface="+mj-lt"/>
              <a:buAutoNum type="arabicPeriod"/>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Wide casting( Down casting)</a:t>
            </a:r>
          </a:p>
        </p:txBody>
      </p:sp>
    </p:spTree>
    <p:extLst>
      <p:ext uri="{BB962C8B-B14F-4D97-AF65-F5344CB8AC3E}">
        <p14:creationId xmlns:p14="http://schemas.microsoft.com/office/powerpoint/2010/main" val="181141958"/>
      </p:ext>
    </p:ext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63</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Narrow Casting/Up Casting</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narrow casting, the child class instance is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assigned to the instance of parent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As we are moving from more specific view</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to less specific view so it is called as narrow casting.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As the path goes upwards from child class to parent class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so, it is also called as up casting.</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pic>
        <p:nvPicPr>
          <p:cNvPr id="3" name="Picture 2">
            <a:extLst>
              <a:ext uri="{FF2B5EF4-FFF2-40B4-BE49-F238E27FC236}">
                <a16:creationId xmlns:a16="http://schemas.microsoft.com/office/drawing/2014/main" id="{36849270-3885-7D96-E59B-9991FC841B9A}"/>
              </a:ext>
            </a:extLst>
          </p:cNvPr>
          <p:cNvPicPr>
            <a:picLocks noChangeAspect="1"/>
          </p:cNvPicPr>
          <p:nvPr/>
        </p:nvPicPr>
        <p:blipFill>
          <a:blip r:embed="rId3"/>
          <a:stretch>
            <a:fillRect/>
          </a:stretch>
        </p:blipFill>
        <p:spPr>
          <a:xfrm>
            <a:off x="6609785" y="1520889"/>
            <a:ext cx="4300748" cy="2101887"/>
          </a:xfrm>
          <a:prstGeom prst="rect">
            <a:avLst/>
          </a:prstGeom>
          <a:ln>
            <a:solidFill>
              <a:schemeClr val="accent1"/>
            </a:solidFill>
          </a:ln>
        </p:spPr>
      </p:pic>
    </p:spTree>
    <p:extLst>
      <p:ext uri="{BB962C8B-B14F-4D97-AF65-F5344CB8AC3E}">
        <p14:creationId xmlns:p14="http://schemas.microsoft.com/office/powerpoint/2010/main" val="3860918350"/>
      </p:ext>
    </p:ext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64</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Narrow Casting/Up Casting(Contd.)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assignment operator = is used for narrow casting.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lo_parent = lo_child.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lo_parent = parent class instance, lo_child = child class instance</a:t>
            </a:r>
          </a:p>
        </p:txBody>
      </p:sp>
    </p:spTree>
    <p:extLst>
      <p:ext uri="{BB962C8B-B14F-4D97-AF65-F5344CB8AC3E}">
        <p14:creationId xmlns:p14="http://schemas.microsoft.com/office/powerpoint/2010/main" val="1717860528"/>
      </p:ext>
    </p:ext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65</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Wide Casting/Down Casting</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515955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In wide casting, the parent class instance is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assigned to the instance of child class.</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As we are moving from less specific view</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to more specific view, so it is called as wide casting.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As the path goes downwards from parent class to child class,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so, it is also called as down casting.</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endParaRPr lang="en-US" altLang="en-US" sz="2400" dirty="0">
              <a:solidFill>
                <a:srgbClr val="3B3838"/>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8FB3FA9F-3E98-4418-6A30-FD1DDFFFA8AB}"/>
              </a:ext>
            </a:extLst>
          </p:cNvPr>
          <p:cNvPicPr>
            <a:picLocks noChangeAspect="1"/>
          </p:cNvPicPr>
          <p:nvPr/>
        </p:nvPicPr>
        <p:blipFill>
          <a:blip r:embed="rId3"/>
          <a:stretch>
            <a:fillRect/>
          </a:stretch>
        </p:blipFill>
        <p:spPr>
          <a:xfrm>
            <a:off x="7405353" y="1530304"/>
            <a:ext cx="4164606" cy="2295525"/>
          </a:xfrm>
          <a:prstGeom prst="rect">
            <a:avLst/>
          </a:prstGeom>
          <a:ln>
            <a:solidFill>
              <a:schemeClr val="accent1"/>
            </a:solidFill>
          </a:ln>
        </p:spPr>
      </p:pic>
    </p:spTree>
    <p:extLst>
      <p:ext uri="{BB962C8B-B14F-4D97-AF65-F5344CB8AC3E}">
        <p14:creationId xmlns:p14="http://schemas.microsoft.com/office/powerpoint/2010/main" val="1616144958"/>
      </p:ext>
    </p:ext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66</a:t>
            </a:fld>
            <a:endParaRPr dirty="0"/>
          </a:p>
        </p:txBody>
      </p:sp>
      <p:sp>
        <p:nvSpPr>
          <p:cNvPr id="207" name="TextBox 17"/>
          <p:cNvSpPr txBox="1"/>
          <p:nvPr/>
        </p:nvSpPr>
        <p:spPr>
          <a:xfrm>
            <a:off x="443160" y="357542"/>
            <a:ext cx="10851392" cy="5355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US" sz="3200" dirty="0">
                <a:latin typeface="Calibri" panose="020F0502020204030204" pitchFamily="34" charset="0"/>
                <a:cs typeface="Calibri" panose="020F0502020204030204" pitchFamily="34" charset="0"/>
              </a:rPr>
              <a:t>Wide Casting/Down Casting(Contd.)</a:t>
            </a:r>
          </a:p>
        </p:txBody>
      </p:sp>
      <p:sp>
        <p:nvSpPr>
          <p:cNvPr id="208" name="Straight Connector 18"/>
          <p:cNvSpPr/>
          <p:nvPr/>
        </p:nvSpPr>
        <p:spPr>
          <a:xfrm flipH="1" flipV="1">
            <a:off x="369419" y="1059212"/>
            <a:ext cx="11453161" cy="1"/>
          </a:xfrm>
          <a:prstGeom prst="line">
            <a:avLst/>
          </a:prstGeom>
          <a:ln w="69850" cap="rnd">
            <a:solidFill>
              <a:srgbClr val="8ED656"/>
            </a:solidFill>
            <a:miter/>
          </a:ln>
        </p:spPr>
        <p:txBody>
          <a:bodyPr lIns="45719" rIns="45719"/>
          <a:lstStyle/>
          <a:p>
            <a:endParaRPr dirty="0"/>
          </a:p>
        </p:txBody>
      </p:sp>
      <p:sp>
        <p:nvSpPr>
          <p:cNvPr id="209" name="TextBox 7"/>
          <p:cNvSpPr txBox="1"/>
          <p:nvPr/>
        </p:nvSpPr>
        <p:spPr>
          <a:xfrm>
            <a:off x="14244" y="1263042"/>
            <a:ext cx="11935565" cy="22048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The conversion operator ?= is used for wide casting.</a:t>
            </a:r>
          </a:p>
          <a:p>
            <a:pPr marL="914400" lvl="1" indent="-457200">
              <a:lnSpc>
                <a:spcPct val="200000"/>
              </a:lnSpc>
              <a:buClr>
                <a:srgbClr val="73C96C"/>
              </a:buClr>
              <a:buSzPct val="100000"/>
              <a:buFontTx/>
              <a:buChar char="▪"/>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Example - lo_child ?= lo_parent. </a:t>
            </a:r>
          </a:p>
          <a:p>
            <a:pPr marL="457200" lvl="1" indent="0">
              <a:lnSpc>
                <a:spcPct val="200000"/>
              </a:lnSpc>
              <a:buClr>
                <a:srgbClr val="73C96C"/>
              </a:buClr>
              <a:buSzPct val="100000"/>
              <a:defRPr sz="2400">
                <a:solidFill>
                  <a:srgbClr val="3B3838"/>
                </a:solidFill>
                <a:latin typeface="Trebuchet MS"/>
                <a:ea typeface="Trebuchet MS"/>
                <a:cs typeface="Trebuchet MS"/>
                <a:sym typeface="Trebuchet MS"/>
              </a:defRPr>
            </a:pPr>
            <a:r>
              <a:rPr lang="en-US" altLang="en-US" sz="2400" dirty="0">
                <a:solidFill>
                  <a:srgbClr val="3B3838"/>
                </a:solidFill>
                <a:latin typeface="Calibri" panose="020F0502020204030204" pitchFamily="34" charset="0"/>
                <a:cs typeface="Calibri" panose="020F0502020204030204" pitchFamily="34" charset="0"/>
              </a:rPr>
              <a:t>      lo_child = child class instance , lo_parent = parent class instance. </a:t>
            </a:r>
          </a:p>
        </p:txBody>
      </p:sp>
    </p:spTree>
    <p:extLst>
      <p:ext uri="{BB962C8B-B14F-4D97-AF65-F5344CB8AC3E}">
        <p14:creationId xmlns:p14="http://schemas.microsoft.com/office/powerpoint/2010/main" val="3218214257"/>
      </p:ext>
    </p:ext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Slide Number Placeholder 1"/>
          <p:cNvSpPr txBox="1">
            <a:spLocks noGrp="1"/>
          </p:cNvSpPr>
          <p:nvPr>
            <p:ph type="sldNum" sz="quarter" idx="4294967295"/>
          </p:nvPr>
        </p:nvSpPr>
        <p:spPr>
          <a:xfrm>
            <a:off x="11146671" y="6388617"/>
            <a:ext cx="207130" cy="300594"/>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lvl1pPr>
              <a:defRPr sz="1600"/>
            </a:lvl1pPr>
          </a:lstStyle>
          <a:p>
            <a:fld id="{86CB4B4D-7CA3-9044-876B-883B54F8677D}" type="slidenum">
              <a:rPr/>
              <a:t>67</a:t>
            </a:fld>
            <a:endParaRPr dirty="0"/>
          </a:p>
        </p:txBody>
      </p:sp>
      <p:sp>
        <p:nvSpPr>
          <p:cNvPr id="207" name="TextBox 17"/>
          <p:cNvSpPr txBox="1"/>
          <p:nvPr/>
        </p:nvSpPr>
        <p:spPr>
          <a:xfrm>
            <a:off x="2020186" y="2460208"/>
            <a:ext cx="6847367" cy="64633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lvl1pPr>
              <a:lnSpc>
                <a:spcPct val="90000"/>
              </a:lnSpc>
              <a:defRPr sz="2800" b="1">
                <a:solidFill>
                  <a:srgbClr val="0E5AEE"/>
                </a:solidFill>
                <a:latin typeface="Trebuchet MS"/>
                <a:ea typeface="Trebuchet MS"/>
                <a:cs typeface="Trebuchet MS"/>
                <a:sym typeface="Trebuchet MS"/>
              </a:defRPr>
            </a:lvl1pPr>
          </a:lstStyle>
          <a:p>
            <a:r>
              <a:rPr lang="en-IN" sz="3600" dirty="0">
                <a:latin typeface="Calibri" panose="020F0502020204030204" pitchFamily="34" charset="0"/>
                <a:cs typeface="Calibri" panose="020F0502020204030204" pitchFamily="34" charset="0"/>
              </a:rPr>
              <a:t>                       </a:t>
            </a:r>
            <a:r>
              <a:rPr lang="en-IN" sz="4000" dirty="0">
                <a:latin typeface="Calibri" panose="020F0502020204030204" pitchFamily="34" charset="0"/>
                <a:cs typeface="Calibri" panose="020F0502020204030204" pitchFamily="34" charset="0"/>
              </a:rPr>
              <a:t>Thank You</a:t>
            </a:r>
            <a:endParaRPr sz="4000" dirty="0">
              <a:latin typeface="Calibri" panose="020F0502020204030204" pitchFamily="34" charset="0"/>
              <a:cs typeface="Calibri" panose="020F0502020204030204" pitchFamily="34" charset="0"/>
            </a:endParaRPr>
          </a:p>
        </p:txBody>
      </p:sp>
      <p:sp>
        <p:nvSpPr>
          <p:cNvPr id="209" name="TextBox 7"/>
          <p:cNvSpPr txBox="1"/>
          <p:nvPr/>
        </p:nvSpPr>
        <p:spPr>
          <a:xfrm>
            <a:off x="14244" y="1263042"/>
            <a:ext cx="11935565" cy="7169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rIns="45719">
            <a:spAutoFit/>
          </a:bodyPr>
          <a:lstStyle/>
          <a:p>
            <a:pPr marL="457200" lvl="1" indent="0">
              <a:lnSpc>
                <a:spcPct val="200000"/>
              </a:lnSpc>
              <a:buClr>
                <a:srgbClr val="73C96C"/>
              </a:buClr>
              <a:buSzPct val="100000"/>
              <a:defRPr sz="2400">
                <a:solidFill>
                  <a:srgbClr val="1F4E79"/>
                </a:solidFill>
                <a:latin typeface="Trebuchet MS"/>
                <a:ea typeface="Trebuchet MS"/>
                <a:cs typeface="Trebuchet MS"/>
                <a:sym typeface="Trebuchet MS"/>
              </a:defRPr>
            </a:pPr>
            <a:endParaRPr lang="en-IN" dirty="0"/>
          </a:p>
        </p:txBody>
      </p:sp>
      <p:sp>
        <p:nvSpPr>
          <p:cNvPr id="3" name="Straight Connector 18">
            <a:extLst>
              <a:ext uri="{FF2B5EF4-FFF2-40B4-BE49-F238E27FC236}">
                <a16:creationId xmlns:a16="http://schemas.microsoft.com/office/drawing/2014/main" id="{4DBA8D6F-AFF4-8D71-2B02-737781787B1E}"/>
              </a:ext>
            </a:extLst>
          </p:cNvPr>
          <p:cNvSpPr/>
          <p:nvPr/>
        </p:nvSpPr>
        <p:spPr>
          <a:xfrm flipH="1" flipV="1">
            <a:off x="191386" y="3168502"/>
            <a:ext cx="11758422" cy="53162"/>
          </a:xfrm>
          <a:prstGeom prst="line">
            <a:avLst/>
          </a:prstGeom>
          <a:ln w="69850" cap="rnd">
            <a:solidFill>
              <a:srgbClr val="8ED656"/>
            </a:solidFill>
            <a:miter/>
          </a:ln>
        </p:spPr>
        <p:txBody>
          <a:bodyPr lIns="45719" rIns="45719"/>
          <a:lstStyle/>
          <a:p>
            <a:endParaRPr dirty="0"/>
          </a:p>
        </p:txBody>
      </p:sp>
    </p:spTree>
    <p:extLst>
      <p:ext uri="{BB962C8B-B14F-4D97-AF65-F5344CB8AC3E}">
        <p14:creationId xmlns:p14="http://schemas.microsoft.com/office/powerpoint/2010/main" val="88375257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Override1.xml><?xml version="1.0" encoding="utf-8"?>
<a:themeOverride xmlns:a="http://schemas.openxmlformats.org/drawingml/2006/main">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themeOverride>
</file>

<file path=ppt/theme/themeOverride2.xml><?xml version="1.0" encoding="utf-8"?>
<a:themeOverride xmlns:a="http://schemas.openxmlformats.org/drawingml/2006/main">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themeOverride>
</file>

<file path=docProps/app.xml><?xml version="1.0" encoding="utf-8"?>
<Properties xmlns="http://schemas.openxmlformats.org/officeDocument/2006/extended-properties" xmlns:vt="http://schemas.openxmlformats.org/officeDocument/2006/docPropsVTypes">
  <Template/>
  <TotalTime>5949</TotalTime>
  <Words>2900</Words>
  <Application>Microsoft Office PowerPoint</Application>
  <PresentationFormat>Widescreen</PresentationFormat>
  <Paragraphs>338</Paragraphs>
  <Slides>67</Slides>
  <Notes>67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67</vt:i4>
      </vt:variant>
    </vt:vector>
  </HeadingPairs>
  <TitlesOfParts>
    <vt:vector size="73" baseType="lpstr">
      <vt:lpstr>Arial</vt:lpstr>
      <vt:lpstr>BentonSansRegular</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Rahul Mehta</dc:creator>
  <cp:lastModifiedBy>Rahul Mehta</cp:lastModifiedBy>
  <cp:revision>2236</cp:revision>
  <dcterms:modified xsi:type="dcterms:W3CDTF">2025-08-06T18:21:46Z</dcterms:modified>
</cp:coreProperties>
</file>