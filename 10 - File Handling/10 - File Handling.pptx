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2"/>
    <p:sldId id="837" r:id="rId3"/>
    <p:sldId id="919" r:id="rId4"/>
    <p:sldId id="920" r:id="rId5"/>
    <p:sldId id="921" r:id="rId6"/>
    <p:sldId id="922" r:id="rId7"/>
    <p:sldId id="923" r:id="rId8"/>
    <p:sldId id="925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7" autoAdjust="0"/>
    <p:restoredTop sz="83308" autoAdjust="0"/>
  </p:normalViewPr>
  <p:slideViewPr>
    <p:cSldViewPr snapToGrid="0">
      <p:cViewPr varScale="1">
        <p:scale>
          <a:sx n="72" d="100"/>
          <a:sy n="72" d="100"/>
        </p:scale>
        <p:origin x="9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937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316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013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905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968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File Handling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+mj-lt"/>
                <a:cs typeface="Calibri" panose="020F0502020204030204" pitchFamily="34" charset="0"/>
              </a:rPr>
              <a:t>Introduction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is a place where data/information is stored.</a:t>
            </a:r>
            <a:endParaRPr lang="en-US" dirty="0"/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handling means performing various operations on the file like opening the file , closing the file , deleting the file , reading the file,  writing the file etc.</a:t>
            </a:r>
            <a:endParaRPr lang="en-US" altLang="en-US" sz="2400" dirty="0">
              <a:solidFill>
                <a:srgbClr val="3B3838"/>
              </a:solidFill>
              <a:latin typeface="Trebuchet M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+mj-lt"/>
                <a:cs typeface="Calibri" panose="020F0502020204030204" pitchFamily="34" charset="0"/>
              </a:rPr>
              <a:t>File Handling on Presentation Server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work with files on presentation server, SAP provided the various function modules.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GUI_UPLOAD - Reading data from a file on presentation server.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GUI_DOWNLOAD - Writing data to a file on the presentation server </a:t>
            </a:r>
          </a:p>
        </p:txBody>
      </p:sp>
    </p:spTree>
    <p:extLst>
      <p:ext uri="{BB962C8B-B14F-4D97-AF65-F5344CB8AC3E}">
        <p14:creationId xmlns:p14="http://schemas.microsoft.com/office/powerpoint/2010/main" val="204546065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File </a:t>
            </a:r>
            <a:r>
              <a:rPr lang="en-US" sz="3200" dirty="0">
                <a:latin typeface="+mj-lt"/>
                <a:cs typeface="Calibri" panose="020F0502020204030204" pitchFamily="34" charset="0"/>
              </a:rPr>
              <a:t>Handling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on Application Server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work with files on application server SAP provided the below statements.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DATASET - Opens the specified file.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CLOSE DATASET - Closes the specified file.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 DATASET - Deletes the specified file.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DATASET- Read a record from the file.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TRANSFER - Write a record in to a file.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 point : AL11 is the transaction code for SAP directories.</a:t>
            </a:r>
          </a:p>
        </p:txBody>
      </p:sp>
    </p:spTree>
    <p:extLst>
      <p:ext uri="{BB962C8B-B14F-4D97-AF65-F5344CB8AC3E}">
        <p14:creationId xmlns:p14="http://schemas.microsoft.com/office/powerpoint/2010/main" val="400973845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Writing Data to a File on Application Server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below syntax writes data to the file '/tmp/order.txt’ on the application server.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8C9CAD-EAAB-404D-5EDB-AB7EC2DC9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958" y="2580802"/>
            <a:ext cx="7734300" cy="24081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418627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Reading Data from a File on Application Server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below syntax reads the data from the file '/tmp/order.txt’ on the application server.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7E0D4C-1F49-26C1-E2C0-742BAAE12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076" y="2453066"/>
            <a:ext cx="8309899" cy="3622089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2389578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Archiving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Archiving is a concept by which we move the processed file to new folder(archive folder) on the application server and delete from the existing folder.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future, in case of any need, we can retrieve the file from archive folder.</a:t>
            </a:r>
          </a:p>
        </p:txBody>
      </p:sp>
    </p:spTree>
    <p:extLst>
      <p:ext uri="{BB962C8B-B14F-4D97-AF65-F5344CB8AC3E}">
        <p14:creationId xmlns:p14="http://schemas.microsoft.com/office/powerpoint/2010/main" val="28806353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3604</TotalTime>
  <Words>281</Words>
  <Application>Microsoft Office PowerPoint</Application>
  <PresentationFormat>Widescreen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1766</cp:revision>
  <dcterms:modified xsi:type="dcterms:W3CDTF">2023-02-17T22:21:05Z</dcterms:modified>
</cp:coreProperties>
</file>