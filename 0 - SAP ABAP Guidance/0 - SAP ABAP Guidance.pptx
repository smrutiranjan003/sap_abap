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18"/>
  </p:notesMasterIdLst>
  <p:sldIdLst>
    <p:sldId id="259" r:id="rId3"/>
    <p:sldId id="837" r:id="rId4"/>
    <p:sldId id="908" r:id="rId5"/>
    <p:sldId id="921" r:id="rId6"/>
    <p:sldId id="922" r:id="rId7"/>
    <p:sldId id="924" r:id="rId8"/>
    <p:sldId id="925" r:id="rId9"/>
    <p:sldId id="926" r:id="rId10"/>
    <p:sldId id="927" r:id="rId11"/>
    <p:sldId id="928" r:id="rId12"/>
    <p:sldId id="932" r:id="rId13"/>
    <p:sldId id="931" r:id="rId14"/>
    <p:sldId id="929" r:id="rId15"/>
    <p:sldId id="930" r:id="rId16"/>
    <p:sldId id="919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7" autoAdjust="0"/>
    <p:restoredTop sz="83308" autoAdjust="0"/>
  </p:normalViewPr>
  <p:slideViewPr>
    <p:cSldViewPr snapToGrid="0">
      <p:cViewPr varScale="1">
        <p:scale>
          <a:sx n="81" d="100"/>
          <a:sy n="81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63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898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2503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7352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3532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823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33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6541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414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9432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3775-5FF9-7AAB-D1BB-BE09A4F48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8DDF5-A340-6FDF-BCD2-F4751CA39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2A317-89FD-2143-4528-3A728418B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872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9DB66-4048-2029-218C-FF91E5106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AE37F-C5B6-96F8-89AC-775537BE5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562ED-DF82-C586-5E4C-F88FA79BB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456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54911-E11A-6CC5-47DA-83C4ADDF3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B33D4-225A-186F-4B26-774F6AFE0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31AF1-C891-142F-A123-D54F65C7F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857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898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58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2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6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11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16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23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8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6">
              <a:buSzTx/>
              <a:buFontTx/>
              <a:buNone/>
              <a:defRPr sz="2400" b="1"/>
            </a:lvl2pPr>
            <a:lvl3pPr marL="0" indent="914411">
              <a:buSzTx/>
              <a:buFontTx/>
              <a:buNone/>
              <a:defRPr sz="2400" b="1"/>
            </a:lvl3pPr>
            <a:lvl4pPr marL="0" indent="1371616">
              <a:buSzTx/>
              <a:buFontTx/>
              <a:buNone/>
              <a:defRPr sz="2400" b="1"/>
            </a:lvl4pPr>
            <a:lvl5pPr marL="0" indent="1828823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1" y="1681163"/>
            <a:ext cx="5183189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66" indent="-261261">
              <a:defRPr sz="3200"/>
            </a:lvl2pPr>
            <a:lvl3pPr marL="1219216" indent="-304805">
              <a:defRPr sz="3200"/>
            </a:lvl3pPr>
            <a:lvl4pPr marL="1737383" indent="-365766">
              <a:defRPr sz="3200"/>
            </a:lvl4pPr>
            <a:lvl5pPr marL="2194589" indent="-365766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6">
              <a:buSzTx/>
              <a:buFontTx/>
              <a:buNone/>
              <a:defRPr sz="1600"/>
            </a:lvl2pPr>
            <a:lvl3pPr marL="0" indent="914411">
              <a:buSzTx/>
              <a:buFontTx/>
              <a:buNone/>
              <a:defRPr sz="1600"/>
            </a:lvl3pPr>
            <a:lvl4pPr marL="0" indent="1371616">
              <a:buSzTx/>
              <a:buFontTx/>
              <a:buNone/>
              <a:defRPr sz="1600"/>
            </a:lvl4pPr>
            <a:lvl5pPr marL="0" indent="1828823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6CAE5-9766-4CF4-94D1-5C9F53AF7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9ACB0-2C7D-66A7-4E2E-AFEAC58D0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03017-FD87-7380-2AA9-D63F4792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D6247-FB0A-46A5-95E8-36297091569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8421A-DC14-0106-F8FE-477CA2BEB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45E28-20F0-070C-F6D3-1A9182DE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199F-E9C9-403E-95E1-9E8D41B90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798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DA2F3-5678-DB93-DEAE-42C538C2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27B9A-88B7-9CC9-A43F-116AF6017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1E87C-C4BF-B144-3CBB-7A0BD6FE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D6247-FB0A-46A5-95E8-36297091569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15C19-F218-6E6F-9750-249CE9BE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8D422-08EC-1377-48E9-D2EC328B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199F-E9C9-403E-95E1-9E8D41B90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182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2D6F-8342-AA9A-2230-8C69363AE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7DE23-B324-B301-8AD7-358F79B32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E4B86-444A-E2B9-4A52-5B9EF51B8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D6247-FB0A-46A5-95E8-36297091569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8C08-0D17-A562-DE19-46A71EA18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51DED-766F-54D4-6422-6E768215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199F-E9C9-403E-95E1-9E8D41B90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76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E8161-FC9B-1CFE-B14D-587BE409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D8B91-3E31-6A5A-820D-C96AE9C1A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C6499-4FAC-408D-50A3-3F51757BB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6AB49-E732-0311-0A71-A367B94EE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D6247-FB0A-46A5-95E8-36297091569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681A3-A34C-3901-541B-4C87878F0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74C31-E2F5-C52A-ADCC-673FD879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199F-E9C9-403E-95E1-9E8D41B90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408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E9D55-3B9E-3D8D-4CD9-D2CC2FAC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9E95A-D70E-E84E-C9C5-C0F7A6422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B3E24-9668-CBA3-807E-10E32665E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AD7EB-BD68-9CF3-5930-DBB3B7FA9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92D73-BD2B-F808-7653-1C04A94BC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4C0AB-F6DD-B921-7B13-A95D54344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D6247-FB0A-46A5-95E8-36297091569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4423B1-896D-8E76-2B49-8A91C2AD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814E6-321F-128F-50BA-00F59114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199F-E9C9-403E-95E1-9E8D41B90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81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DFB8-3B78-95A5-793D-79161B921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7F661E-E708-FAC4-1F84-F374D1B1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D6247-FB0A-46A5-95E8-36297091569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48F37-C54D-A7F2-790D-71A7E406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F884C-B235-680B-030F-51426B59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199F-E9C9-403E-95E1-9E8D41B90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105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E522DD-32F0-070B-798B-698DC8AD7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D6247-FB0A-46A5-95E8-36297091569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E08B8-AD5C-693B-A6BE-CA5E9EA7B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C3D46-131D-5E54-4B7B-E778AF2A9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199F-E9C9-403E-95E1-9E8D41B90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445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9C1F-0439-CBBB-5E97-91CB3677E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D7956-2A82-D499-19F3-4B27B5DD2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3B0D7-1CEC-AE27-A953-42B048420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36585-FAEC-0C23-FAD1-3BA5C759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D6247-FB0A-46A5-95E8-36297091569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AAAB-CF49-B7F7-9B11-A8C814A6D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4B9C2-1047-B458-7A10-6F622973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199F-E9C9-403E-95E1-9E8D41B90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276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03200-51C9-AB4A-C178-C9471AD88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51E68-C528-AE1F-5789-284C06E48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0726A-1EA7-A997-B89C-66210FFBB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9411C-1424-40F5-E1DE-BCB53011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D6247-FB0A-46A5-95E8-36297091569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BC644-1497-2181-1558-999FA7AD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043DF-24E7-2E48-5C06-88A21FEED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199F-E9C9-403E-95E1-9E8D41B90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368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216B-FE8A-B3E2-D24E-C9156F3B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43CDA-546D-4AC3-D0EF-A18930402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4FE3A-7E00-7AD4-B74C-A98B8B681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D6247-FB0A-46A5-95E8-36297091569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FD671-326A-5E6F-10F4-551844C3D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8AB4D-05ED-9EEA-FC45-EF723B96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199F-E9C9-403E-95E1-9E8D41B90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230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57EEA0-EC28-D9E3-B90F-3E894270D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DEE92-136A-A445-5028-F5608D9CA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99EE5-0C4C-84A0-EF1F-7E191218D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D6247-FB0A-46A5-95E8-36297091569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A2BE7-AA62-D305-3B95-BADB7A04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36BDA-5EB9-A88A-AFFF-B8FBABC4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199F-E9C9-403E-95E1-9E8D41B90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51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traight Connector 6"/>
          <p:cNvSpPr/>
          <p:nvPr/>
        </p:nvSpPr>
        <p:spPr>
          <a:xfrm flipH="1" flipV="1">
            <a:off x="11366378" y="6459014"/>
            <a:ext cx="3" cy="159415"/>
          </a:xfrm>
          <a:prstGeom prst="line">
            <a:avLst/>
          </a:prstGeom>
          <a:ln w="190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7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</p:sldLayoutIdLst>
  <p:transition spd="med"/>
  <p:txStyles>
    <p:titleStyle>
      <a:lvl1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3" marR="0" indent="-228603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9" marR="0" indent="-266704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56" marR="0" indent="-320045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23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29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34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40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46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51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E797FA-6FD6-BF27-F3BE-6636FA679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B2D73-682C-DB97-86F5-0039C5936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Rahul Mehta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3268-A697-9902-B20A-44DBBEBE8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D6247-FB0A-46A5-95E8-36297091569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0918F-A964-154D-14F2-2A5D153C7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AC557-A054-13A0-78E3-0DBA03E37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1199F-E9C9-403E-95E1-9E8D41B90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39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gyxhxZpjKajbk44MyiC8G-zLP6dUi7jZ?usp=drive_lin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rahul3620023@gmail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gyxhxZpjKajbk44MyiC8G-zLP6dUi7jZ?usp=drive_link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cupfHFfizKI?si=v-R4lBmbCx2RXpqh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949379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SAP ABAP Guidance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Motive of the Course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major motive of this course is - anyone from any educational background can learn SAP ABAP.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channel is for any kind of audience(Freshers, Intermediate, Experienced).</a:t>
            </a:r>
          </a:p>
        </p:txBody>
      </p:sp>
    </p:spTree>
    <p:extLst>
      <p:ext uri="{BB962C8B-B14F-4D97-AF65-F5344CB8AC3E}">
        <p14:creationId xmlns:p14="http://schemas.microsoft.com/office/powerpoint/2010/main" val="242441063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Playlists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SAP ABAP course is divided in to various playlists.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playlist is based upon a particular topic.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 playlist has a serial number at the starting.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 playlist has a description.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videos in the playlist are in sequence.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naming convention of the videos are  : Topic - Sub topic - Further sub topic.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 video has a description. </a:t>
            </a:r>
          </a:p>
        </p:txBody>
      </p:sp>
    </p:spTree>
    <p:extLst>
      <p:ext uri="{BB962C8B-B14F-4D97-AF65-F5344CB8AC3E}">
        <p14:creationId xmlns:p14="http://schemas.microsoft.com/office/powerpoint/2010/main" val="315009547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Playlists(Contd.)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27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 : For beginners , It is recommended to follow the sequence of the playlists.</a:t>
            </a:r>
          </a:p>
        </p:txBody>
      </p:sp>
    </p:spTree>
    <p:extLst>
      <p:ext uri="{BB962C8B-B14F-4D97-AF65-F5344CB8AC3E}">
        <p14:creationId xmlns:p14="http://schemas.microsoft.com/office/powerpoint/2010/main" val="284001564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Reading Material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036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reading material is available at the below mentioned path. </a:t>
            </a:r>
            <a:r>
              <a:rPr lang="en-US" altLang="en-US" sz="2000" b="1" dirty="0">
                <a:solidFill>
                  <a:srgbClr val="0E5AEE"/>
                </a:solidFill>
                <a:latin typeface="Calibri" panose="020F0502020204030204" pitchFamily="34" charset="0"/>
                <a:cs typeface="Calibri" panose="020F0502020204030204" pitchFamily="34" charset="0"/>
                <a:sym typeface="Trebuchet M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https://drive.google.com/drive/folders/1gyxhxZpjKajbk44MyiC8G-zLP6dUi7jZ?usp=drive_link</a:t>
            </a:r>
            <a:endParaRPr lang="en-US" altLang="en-US" sz="2000" b="1" dirty="0">
              <a:solidFill>
                <a:srgbClr val="0E5AEE"/>
              </a:solidFill>
              <a:latin typeface="Calibri" panose="020F0502020204030204" pitchFamily="34" charset="0"/>
              <a:cs typeface="Calibri" panose="020F0502020204030204" pitchFamily="34" charset="0"/>
              <a:sym typeface="Trebuchet MS"/>
            </a:endParaRP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  <a:sym typeface="Trebuchet MS"/>
              </a:rPr>
              <a:t>In addition to this, practice exercises and capstone projects are also available at the shared drive.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 : This reading material is intended for learning purposes only, not for commercial use.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542279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Queries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post your queries through YouTube community or through comments option available for a particular video.</a:t>
            </a:r>
          </a:p>
        </p:txBody>
      </p:sp>
    </p:spTree>
    <p:extLst>
      <p:ext uri="{BB962C8B-B14F-4D97-AF65-F5344CB8AC3E}">
        <p14:creationId xmlns:p14="http://schemas.microsoft.com/office/powerpoint/2010/main" val="194886944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Quiz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27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regular basis, the quiz is uploaded through YouTube community.</a:t>
            </a:r>
          </a:p>
        </p:txBody>
      </p:sp>
    </p:spTree>
    <p:extLst>
      <p:ext uri="{BB962C8B-B14F-4D97-AF65-F5344CB8AC3E}">
        <p14:creationId xmlns:p14="http://schemas.microsoft.com/office/powerpoint/2010/main" val="17915389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Additional ABAP Concepts Playlist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27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additional ABAP concepts playlist has a mix of ABAP concepts.  </a:t>
            </a:r>
          </a:p>
        </p:txBody>
      </p:sp>
    </p:spTree>
    <p:extLst>
      <p:ext uri="{BB962C8B-B14F-4D97-AF65-F5344CB8AC3E}">
        <p14:creationId xmlns:p14="http://schemas.microsoft.com/office/powerpoint/2010/main" val="24710627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Sample Project Case Studies and Debugging Challenges Playlist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separate playlists available for sample project case studies and debugging challenges.</a:t>
            </a:r>
          </a:p>
        </p:txBody>
      </p:sp>
    </p:spTree>
    <p:extLst>
      <p:ext uri="{BB962C8B-B14F-4D97-AF65-F5344CB8AC3E}">
        <p14:creationId xmlns:p14="http://schemas.microsoft.com/office/powerpoint/2010/main" val="143447961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Server Access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practice, you can take SAP server access from a vendor.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you need vendor details, you can send a mail to me on </a:t>
            </a: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rahul3620023@gmail.com</a:t>
            </a: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 :  If you want to practice ABAP on HANA objects like CDS, AMDP etc. , you need to take S/4 HANA system access else you can opt ECC or S/4 HANA system. </a:t>
            </a:r>
          </a:p>
        </p:txBody>
      </p:sp>
    </p:spTree>
    <p:extLst>
      <p:ext uri="{BB962C8B-B14F-4D97-AF65-F5344CB8AC3E}">
        <p14:creationId xmlns:p14="http://schemas.microsoft.com/office/powerpoint/2010/main" val="33085720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29F9C-FB29-3E42-1593-93023144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>
            <a:extLst>
              <a:ext uri="{FF2B5EF4-FFF2-40B4-BE49-F238E27FC236}">
                <a16:creationId xmlns:a16="http://schemas.microsoft.com/office/drawing/2014/main" id="{D13D7CE4-3EE1-BDF2-8C8A-DA339B97A48E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11</a:t>
            </a:fld>
            <a:endParaRPr dirty="0"/>
          </a:p>
        </p:txBody>
      </p:sp>
      <p:sp>
        <p:nvSpPr>
          <p:cNvPr id="207" name="TextBox 17">
            <a:extLst>
              <a:ext uri="{FF2B5EF4-FFF2-40B4-BE49-F238E27FC236}">
                <a16:creationId xmlns:a16="http://schemas.microsoft.com/office/drawing/2014/main" id="{3B85CF15-120B-E77C-B678-A74A6EB6189D}"/>
              </a:ext>
            </a:extLst>
          </p:cNvPr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Real Time Scenarios</a:t>
            </a:r>
          </a:p>
        </p:txBody>
      </p:sp>
      <p:sp>
        <p:nvSpPr>
          <p:cNvPr id="208" name="Straight Connector 18">
            <a:extLst>
              <a:ext uri="{FF2B5EF4-FFF2-40B4-BE49-F238E27FC236}">
                <a16:creationId xmlns:a16="http://schemas.microsoft.com/office/drawing/2014/main" id="{3A50CCD6-BE71-8C1E-59C0-5C7DBCF629AF}"/>
              </a:ext>
            </a:extLst>
          </p:cNvPr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>
            <a:extLst>
              <a:ext uri="{FF2B5EF4-FFF2-40B4-BE49-F238E27FC236}">
                <a16:creationId xmlns:a16="http://schemas.microsoft.com/office/drawing/2014/main" id="{AF7F05DC-3FF5-6041-4ED5-FF1DE98906B7}"/>
              </a:ext>
            </a:extLst>
          </p:cNvPr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new folder - ‘</a:t>
            </a:r>
            <a:r>
              <a:rPr lang="en-US" altLang="en-US" sz="2400" b="1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 Time Scenarios</a:t>
            </a: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  is created at the shared drive path.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folder has the information related to real time scenarios available on the channel.</a:t>
            </a:r>
          </a:p>
        </p:txBody>
      </p:sp>
    </p:spTree>
    <p:extLst>
      <p:ext uri="{BB962C8B-B14F-4D97-AF65-F5344CB8AC3E}">
        <p14:creationId xmlns:p14="http://schemas.microsoft.com/office/powerpoint/2010/main" val="111327836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AAA96-E1FC-5C47-60A9-6BF16F88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>
            <a:extLst>
              <a:ext uri="{FF2B5EF4-FFF2-40B4-BE49-F238E27FC236}">
                <a16:creationId xmlns:a16="http://schemas.microsoft.com/office/drawing/2014/main" id="{B4E3C4BC-3600-D6AF-3683-F0E74271AE24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12</a:t>
            </a:fld>
            <a:endParaRPr dirty="0"/>
          </a:p>
        </p:txBody>
      </p:sp>
      <p:sp>
        <p:nvSpPr>
          <p:cNvPr id="207" name="TextBox 17">
            <a:extLst>
              <a:ext uri="{FF2B5EF4-FFF2-40B4-BE49-F238E27FC236}">
                <a16:creationId xmlns:a16="http://schemas.microsoft.com/office/drawing/2014/main" id="{43FC13EC-EC4C-1F3F-6825-13C68C82B760}"/>
              </a:ext>
            </a:extLst>
          </p:cNvPr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Additional Reading Material</a:t>
            </a:r>
          </a:p>
        </p:txBody>
      </p:sp>
      <p:sp>
        <p:nvSpPr>
          <p:cNvPr id="208" name="Straight Connector 18">
            <a:extLst>
              <a:ext uri="{FF2B5EF4-FFF2-40B4-BE49-F238E27FC236}">
                <a16:creationId xmlns:a16="http://schemas.microsoft.com/office/drawing/2014/main" id="{7392A983-1966-37DD-0F8B-A89B91817604}"/>
              </a:ext>
            </a:extLst>
          </p:cNvPr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>
            <a:extLst>
              <a:ext uri="{FF2B5EF4-FFF2-40B4-BE49-F238E27FC236}">
                <a16:creationId xmlns:a16="http://schemas.microsoft.com/office/drawing/2014/main" id="{2B119DE9-CF10-0DA2-F7D2-B0E77C737713}"/>
              </a:ext>
            </a:extLst>
          </p:cNvPr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new folder - ‘</a:t>
            </a:r>
            <a:r>
              <a:rPr lang="en-US" altLang="en-US" sz="2400" b="1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Reading Material</a:t>
            </a: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  is created at the shared drive path.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folder has the additional reading material.</a:t>
            </a:r>
          </a:p>
        </p:txBody>
      </p:sp>
    </p:spTree>
    <p:extLst>
      <p:ext uri="{BB962C8B-B14F-4D97-AF65-F5344CB8AC3E}">
        <p14:creationId xmlns:p14="http://schemas.microsoft.com/office/powerpoint/2010/main" val="50390487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CB2BC-7EB3-1768-EDAA-74C63994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>
            <a:extLst>
              <a:ext uri="{FF2B5EF4-FFF2-40B4-BE49-F238E27FC236}">
                <a16:creationId xmlns:a16="http://schemas.microsoft.com/office/drawing/2014/main" id="{D95B36C8-B8AC-C808-33B7-14E43B222B27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13</a:t>
            </a:fld>
            <a:endParaRPr dirty="0"/>
          </a:p>
        </p:txBody>
      </p:sp>
      <p:sp>
        <p:nvSpPr>
          <p:cNvPr id="207" name="TextBox 17">
            <a:extLst>
              <a:ext uri="{FF2B5EF4-FFF2-40B4-BE49-F238E27FC236}">
                <a16:creationId xmlns:a16="http://schemas.microsoft.com/office/drawing/2014/main" id="{7A7ECEE2-559D-6741-55B9-F606D62AC4A2}"/>
              </a:ext>
            </a:extLst>
          </p:cNvPr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GUI for Windows - Installation Link and Reference Videos</a:t>
            </a:r>
          </a:p>
        </p:txBody>
      </p:sp>
      <p:sp>
        <p:nvSpPr>
          <p:cNvPr id="208" name="Straight Connector 18">
            <a:extLst>
              <a:ext uri="{FF2B5EF4-FFF2-40B4-BE49-F238E27FC236}">
                <a16:creationId xmlns:a16="http://schemas.microsoft.com/office/drawing/2014/main" id="{28A93BB3-BDA8-0432-19FF-F049A7FC6828}"/>
              </a:ext>
            </a:extLst>
          </p:cNvPr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>
            <a:extLst>
              <a:ext uri="{FF2B5EF4-FFF2-40B4-BE49-F238E27FC236}">
                <a16:creationId xmlns:a16="http://schemas.microsoft.com/office/drawing/2014/main" id="{39DECBBC-FE11-B949-8734-10944E17A477}"/>
              </a:ext>
            </a:extLst>
          </p:cNvPr>
          <p:cNvSpPr txBox="1"/>
          <p:nvPr/>
        </p:nvSpPr>
        <p:spPr>
          <a:xfrm>
            <a:off x="14244" y="1263042"/>
            <a:ext cx="11935565" cy="7129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Below is the link for SAP GUI Installation( Refer to the folder - SAP GUI Set Up)</a:t>
            </a:r>
          </a:p>
          <a:p>
            <a:pPr marL="457200" lvl="1" indent="0" algn="ctr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000" b="1" dirty="0">
                <a:solidFill>
                  <a:srgbClr val="0E5AEE"/>
                </a:solidFill>
                <a:latin typeface="Calibri" panose="020F0502020204030204" pitchFamily="34" charset="0"/>
                <a:cs typeface="Calibri" panose="020F0502020204030204" pitchFamily="34" charset="0"/>
                <a:sym typeface="Trebuchet M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https://drive.google.com/drive/folders/1gyxhxZpjKajbk44MyiC8G-zLP6dUi7jZ?usp=drive_link</a:t>
            </a:r>
            <a:endParaRPr lang="en-US" altLang="en-US" sz="2000" b="1" dirty="0">
              <a:solidFill>
                <a:srgbClr val="0E5AE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Below is the reference video for installation of SAP GUI </a:t>
            </a:r>
          </a:p>
          <a:p>
            <a:pPr marL="457200" lvl="1" indent="0" algn="ctr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000" b="1" u="sng" dirty="0">
                <a:solidFill>
                  <a:srgbClr val="0E5AEE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https://youtu.be/cupfHFfizKI?si=v-R4lBmbCx2RXpqh</a:t>
            </a:r>
            <a:endParaRPr lang="en-US" altLang="en-US" sz="2000" b="1" u="sng" dirty="0">
              <a:solidFill>
                <a:srgbClr val="0E5AE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Below is the reference video to add SAP server in SAP </a:t>
            </a:r>
            <a:r>
              <a:rPr lang="en-US" altLang="en-US" sz="240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Logon Pad and Log on to SAP.</a:t>
            </a: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ctr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000" b="1" u="sng" dirty="0">
                <a:solidFill>
                  <a:srgbClr val="0E5AE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https://youtu.be/ArGilh_hCtQ?si=FRKTGgZSBOZNc9-j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19840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ABAP Learning Sources/SAP ABAP Reference Material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F1 Help( technical information)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- ABAPDOCU  </a:t>
            </a: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ABAPHELP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HELP.SAP.COM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 SAP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 Hub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35841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37525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4182</TotalTime>
  <Words>556</Words>
  <Application>Microsoft Office PowerPoint</Application>
  <PresentationFormat>Widescreen</PresentationFormat>
  <Paragraphs>68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Mehta</dc:creator>
  <cp:lastModifiedBy>Rahul Mehta</cp:lastModifiedBy>
  <cp:revision>1879</cp:revision>
  <dcterms:modified xsi:type="dcterms:W3CDTF">2026-01-19T17:37:25Z</dcterms:modified>
</cp:coreProperties>
</file>