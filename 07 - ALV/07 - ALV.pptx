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9" r:id="rId2"/>
    <p:sldId id="837" r:id="rId3"/>
    <p:sldId id="908" r:id="rId4"/>
    <p:sldId id="909" r:id="rId5"/>
    <p:sldId id="920" r:id="rId6"/>
    <p:sldId id="922" r:id="rId7"/>
    <p:sldId id="927" r:id="rId8"/>
    <p:sldId id="928" r:id="rId9"/>
    <p:sldId id="924" r:id="rId10"/>
    <p:sldId id="925" r:id="rId11"/>
    <p:sldId id="926" r:id="rId12"/>
    <p:sldId id="919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3308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503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621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147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362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33DE-CF8D-BA7D-62A4-467DE23D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FA933-A7FA-94F9-8ABF-EED20C496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6AF39-824D-DE5A-CABB-FC3BD0852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108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9190-3252-422B-EED3-7A428441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161AC-C2B3-B7D2-C8DB-AF63EF7FE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20014-A560-6CF7-2677-8116E2E7C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473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644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950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781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ALV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ALV stands for ABAP List Viewer or Application List Viewer.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the help of ALV , we can display the output of a report.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ALV is created by a set of standard function modules provided by SAP.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Inbuilt Features of ALV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inbuilt features of ALV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Sorting of data in ascending or descending order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Filtering the data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Exporting the data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 of amount columns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Hiding the columns/displaying the selected columns</a:t>
            </a:r>
          </a:p>
        </p:txBody>
      </p:sp>
    </p:spTree>
    <p:extLst>
      <p:ext uri="{BB962C8B-B14F-4D97-AF65-F5344CB8AC3E}">
        <p14:creationId xmlns:p14="http://schemas.microsoft.com/office/powerpoint/2010/main" val="31500954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Steps of ALV Creation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ALV creation is 2 step process.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1 - Create a field catalog.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 2- Bind the data with the field catalog.</a:t>
            </a:r>
          </a:p>
        </p:txBody>
      </p:sp>
    </p:spTree>
    <p:extLst>
      <p:ext uri="{BB962C8B-B14F-4D97-AF65-F5344CB8AC3E}">
        <p14:creationId xmlns:p14="http://schemas.microsoft.com/office/powerpoint/2010/main" val="14583283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Ways to Create a Fieldcatalog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ways to create a fieldcatalog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SAP function module (REUSE_ALV_FIELDCATALOG_MERGE) to create a field Catalog.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Manually create a field catalog.</a:t>
            </a:r>
          </a:p>
        </p:txBody>
      </p:sp>
    </p:spTree>
    <p:extLst>
      <p:ext uri="{BB962C8B-B14F-4D97-AF65-F5344CB8AC3E}">
        <p14:creationId xmlns:p14="http://schemas.microsoft.com/office/powerpoint/2010/main" val="3101250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Bind data with Fieldcatalog( Display ALV Output)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bind data with fieldcatalog or display the ALV output by using the below function modules.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REUSE_ALV_LIST_DISPLAY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REUSE_ALV_GRID_DISPLAY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REUSE_ALV_HIERSEQ_LIST_DISPLAY</a:t>
            </a:r>
          </a:p>
        </p:txBody>
      </p:sp>
    </p:spTree>
    <p:extLst>
      <p:ext uri="{BB962C8B-B14F-4D97-AF65-F5344CB8AC3E}">
        <p14:creationId xmlns:p14="http://schemas.microsoft.com/office/powerpoint/2010/main" val="17495682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32E5-43A8-88F9-4FCB-93BD7FA6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6FA16556-57BE-B1EB-66E1-8E82D8FCABC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BC7C7E33-F888-ED2A-1E53-9B74BD85B13A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Block ALV - Displaying Multiple ALV’s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8A426AE5-6EA0-A8E8-8EC7-FAB27AE31420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58A08DD6-D494-7755-09A6-23033E14DBDF}"/>
              </a:ext>
            </a:extLst>
          </p:cNvPr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ALV is used to display the multiple ALV’s in the output of a program.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These ALV’s display in different-2 blocks.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steps for block ALV are as follows 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sv-SE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Initialization - The function module REUSE_ALV_BLOCK_LIST_INIT is used to initialize the block output.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Append - </a:t>
            </a:r>
            <a:r>
              <a:rPr lang="sv-SE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function module REUSE_ALV_BLOCK_LIST_APPEND is used to append the various ALV’s to block output.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4159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DBA5A-ED69-3D0E-2E41-1D2BB201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18C5A9B8-7A24-04A5-C69D-C6AF54ECE0C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6BAB36BF-DFC8-25D1-AA1A-6B64E2019263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Block ALV - Displaying Multiple ALV’s(Contd.)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602D844B-9BDF-880A-A1F1-8478C25A2545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1AC6AA7F-A2F3-0BBC-446E-DC999D031D2D}"/>
              </a:ext>
            </a:extLst>
          </p:cNvPr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 - The function module REUSE_ALV_BLOCK_LIST_DISPLAY is used to display the ALV’s in different blocks.  </a:t>
            </a:r>
          </a:p>
        </p:txBody>
      </p:sp>
    </p:spTree>
    <p:extLst>
      <p:ext uri="{BB962C8B-B14F-4D97-AF65-F5344CB8AC3E}">
        <p14:creationId xmlns:p14="http://schemas.microsoft.com/office/powerpoint/2010/main" val="371589328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REUSE_ALV_COMMENTARY_WRITE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ALV grid, the function module </a:t>
            </a: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REUSE_ALV_COMMENTARY_WRITE is used in the subroutine of TOP-OF-PAGE to provide the header to the output of ALV grid.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provide the 3 types of header using the function module </a:t>
            </a: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REUSE_ALV_COMMENTARY_WRITE.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H(Header) - The type H display the contents in bold. The font size is big.  The type H only consider the contents of INFO and ignore the contents of KEY. </a:t>
            </a:r>
          </a:p>
        </p:txBody>
      </p:sp>
    </p:spTree>
    <p:extLst>
      <p:ext uri="{BB962C8B-B14F-4D97-AF65-F5344CB8AC3E}">
        <p14:creationId xmlns:p14="http://schemas.microsoft.com/office/powerpoint/2010/main" val="122619070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REUSE_ALV_COMMENTARY_WRITE(Contd.)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2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S(Selection) - The type S works as a combination of key and value pair. This type consider the contents of both KEY and INFO. The KEY contents appear in bold and the INFO contents appear in normal intensity.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2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A(Action):  The type A display the contents in italic with normal intensity. This type also consider the contents of INFO only and ignore the contents of KEY.</a:t>
            </a:r>
          </a:p>
        </p:txBody>
      </p:sp>
    </p:spTree>
    <p:extLst>
      <p:ext uri="{BB962C8B-B14F-4D97-AF65-F5344CB8AC3E}">
        <p14:creationId xmlns:p14="http://schemas.microsoft.com/office/powerpoint/2010/main" val="98312069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Important Point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 functionalities like - PF-STATUS , TOP-OF-PAGE does not work in ALV, if we do not pass the program name to I_CALLBACK_PROGRAM parameter of ALV function modules.</a:t>
            </a:r>
          </a:p>
        </p:txBody>
      </p:sp>
    </p:spTree>
    <p:extLst>
      <p:ext uri="{BB962C8B-B14F-4D97-AF65-F5344CB8AC3E}">
        <p14:creationId xmlns:p14="http://schemas.microsoft.com/office/powerpoint/2010/main" val="48803780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4045</TotalTime>
  <Words>552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1857</cp:revision>
  <dcterms:modified xsi:type="dcterms:W3CDTF">2024-12-20T13:16:36Z</dcterms:modified>
</cp:coreProperties>
</file>